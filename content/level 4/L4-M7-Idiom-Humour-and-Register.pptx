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with the module's honest position: none of this is needed to be understood. All of it affects how easily you fit into an English-speaking room.
TIP: This module is more about recognition than production. Say so early — learners fear they must start telling jokes, and they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1 is the important one. There are thousands of idioms and learning them individually is not a strategy.
TIP: Objective 5 protects learners. Humour that misfires in a second language costs more than no humour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Task 1's idioms are all guessable from their images. Learners will get two of three, which makes the point of slide 5 before you teach it.
COMMON MISTAKES: Correct nothing. Note which ones were guessed and which were not — the pattern is informative.
TIP: Task 2 is the irony diagnostic. Learners who take it literally need slide 8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third chip is the module's frame. Understanding an idiom is worth far more than using it, and using one wrongly is worse than not using it.
COMMON MISTAKES: Learners try to memorise long idiom lists. Most such idioms are rare, regional or dated, and using them marks you out as much as not knowing them.
EXTRA EXAMPLES: This is the Level 2 Module 6 guessing strategy applied to a harder target. The four clues still work.
TIP: Reassure the class: nobody expects a second-language speaker to produce idioms fluently. Understanding them is the realistic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This is the Level 2 Module 6 guessing method, now applied to idioms. Say the connection — learners already own the technique.
COMMON MISTAKES: Freezing at an unfamiliar idiom and losing the next three sentences. Same error as an unknown word, same fix.
EXTRA EXAMPLES: Clue 1 works because idioms are dead metaphors. “The ball is in your court” still carries its picture.
TIP: Clue 4 needs permission. Learners believe asking exposes them; native speakers ask each other about idioms regularly.
CLASSROOM ACTIVITY: Guess ten: give ten unfamiliar idioms in context and have learners guess each and name the clue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matters. Learners are often taught vivid, rare idioms and then use them, which marks them out more than silence would.
COMMON MISTAKES: Producing dated idioms learned from old textbooks. “It's raining cats and dogs” is understood and nobody says it.
EXTRA EXAMPLES: The full forty are in the homework. These six are the highest-frequency ones and worth memorising today.
TIP: Frequency is the test. If you have not heard it from a real person in the last month, do not use it.
CLASSROOM ACTIVITY: Six sentences: every learner uses all six idioms in a sentence about their own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rule. Learners over-use formal register because it feels safer, and it makes them sound distant.
COMMON MISTAKES: Register errors are more noticeable than grammar errors and nobody corrects them. Same problem as Level 3 Module 5.
EXTRA EXAMPLES: Register is carried by vocabulary — regret/afraid/sorry — and by contractions. Formal English avoids them; informal English requires them.
TIP: If unsure, use neutral. It is never badly wrong in either direction.
CLASSROOM ACTIVITY: Four versions: give five messages and have learners write all four registers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 The most useful slide in the module.
HOW TO TEACH: The inverse relationship in the note is the key. Mild language does not mean a mild problem — often the opposite.
COMMON MISTAKES: Taking understatement literally and under-reacting. A learner who hears “that's not ideal” and does nothing has misread a serious signal.
EXTRA EXAMPLES: Item 3 is irony: saying the opposite with a tone that marks it. Tone is the only clue, which is why it is hard in a second language.
TIP: This is not universal. American English uses less understatement. But learners in international settings will meet plenty of it.
CLASSROOM ACTIVITY: Translate the understatement: give ten mild statements and have learners say what is actually meant.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side panel's first two points relieve real pressure. Learners feel obliged to be funny and are not.
COMMON MISTAKES: Attempting sarcasm. It depends entirely on intonation, and delivered flatly it sounds like an insult.
EXTRA EXAMPLES: Self-deprecation is safe almost everywhere and it also signals confidence, which is why it works.
TIP: “Tell me about it” meaning “I know exactly” is a very useful piece of shared-complaint humour and it is low-risk.
CLASSROOM ACTIVITY: Safe or risky: give ten attempted jokes and have learners classify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mechanism. Small talk is a turn-taking ritual, and the return question is what keeps it going.
COMMON MISTAKES: Answering fully and stopping. “Fine, thanks” with no return question closes the conversation politely and completely.
EXTRA EXAMPLES: Salary and age are normal topics in some cultures and awkward in most English-speaking professional settings. Worth naming plainly.
TIP: Small talk is not trivial. It is how people decide whether to work with you, which makes it professionally serious.
CLASSROOM ACTIVITY: Three exchanges: every learner holds a two-minute small-talk conversation with a return question every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One of the most frequent idioms in workplace English and completely safe to produce. Learners understand it before they use it.
COMMON MISTAKES: “Get the hang on” or “get hang of”. The article and preposition are both fixed.
EXTRA EXAMPLES: “I'm still getting the hang of it” is a very useful, modest, accurate thing to say in a new job.
TIP: It signals progress without claiming mastery, which is exactly right for somebody new.
CLASSROOM ACTIVITY: Three things: every learner says three things they are still getting the hang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Level 3 Module 5 confirming habit as an idiom. “Are we on the same page?” is a very natural closing check.
COMMON MISTAKES: Using it to mean “we agree”. It means we understand the same thing, which may include agreeing to disagree.
EXTRA EXAMPLES: get on the same page · make sure we're on the same page · we're not on the same page.
TIP: It is a softer alternative to “have I got that right?” and does the same job.
CLASSROOM ACTIVITY: Check understanding: pairs end five short exchanges with an on-the-same-page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Extremely frequent in professional English and completely safe. It comes from baseball, which nobody needs to know.
COMMON MISTAKES: Treating it as a request for a long meeting. It implies five or ten minutes.
EXTRA EXAMPLES: touch base with somebody · touch base on something · let's touch base next week.
TIP: It is a useful low-commitment way to keep something alive without asking for real time.
CLASSROOM ACTIVITY: Arrange it: learners arrange five brief check-ins using the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a politeness device as much as an idiom. “It's a long shot, but…” gives the other person permission to say no.
COMMON MISTAKES: Learners avoid asking for unlikely things at all. This phrase makes the ask cost nothing.
EXTRA EXAMPLES: “I know it's a long shot, but…” is the full frame and it is very natural.
TIP: It connects to Module 6: an ask that is easy to refuse is easier to make, and sometimes it succeeds.
CLASSROOM ACTIVITY: Long shots: every learner makes three unlikely requests using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key to slide 8. It is worth teaching as vocabulary because learners will hear it constantly and mis-read it.
COMMON MISTAKES: Hearing “not ideal” and concluding the problem is minor. From a British colleague it frequently means something serious.
EXTRA EXAMPLES: The family: not ideal · a bit of a problem · slightly awkward · less than helpful. All are stronger than they sound.
TIP: Teach learners to check: “When you say not ideal — how bad is it?” That question is completely acceptable.
CLASSROOM ACTIVITY: How bad? Give eight understatements and have learners rate the real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Contractions are the fastest lever. Changing only those moves a message a whole register in either direction.
COMMON MISTAKES: Formal vocabulary with informal structure, or the reverse. Mixed register is more noticeable than consistently wrong register.
EXTRA EXAMPLES: This connects directly to Level 3 Module 8's plain English work. There the target was clarity; here it is appropriateness.
TIP: Have learners take one message and change only the contractions. The register shift is audible.
CLASSROOM ACTIVITY: Move the register: give five neutral messages and have learners make each formal and then very informal.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safeguard. Learners cannot always read the strength, and asking is completely acceptable.
COMMON MISTAKES: Row 4 — “that's one way of doing it” — is the most commonly missed. It sounds neutral and it is not.
EXTRA EXAMPLES: Understatement is not dishonesty. It is a politeness system that assumes the listener will decode it.
TIP: Learners from more direct cultures find this genuinely irritating. Acknowledge that — and then teach the decoding anyway.
CLASSROOM ACTIVITY: Decode ten: read ten understatements and have learners give the real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Frequency is the selection criterion. Every one of these appears in ordinary meetings and none marks the speaker out.
COMMON MISTAKES: Learners want the vivid ones. Vivid usually means rare, and rare means noticeable.
EXTRA EXAMPLES: “Can I run something by you?” is one of the most useful phrases here and connects to Level 3 Module 5.
TIP: “Keep me in the loop” and “give me a heads-up” are both requests. Teach them as functional, not decorative.
CLASSROOM ACTIVITY: Seven in context: every learner uses all seven in sentences about real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Part 2 is the one learners omit and it is what makes the exchange usable. The detail gives the other person something to respond to.
COMMON MISTAKES: Answering only. “Good, thanks” is polite and it ends the conversation completely, which is rarely what was intended.
EXTRA EXAMPLES: This is the hand-over move from Module 4, in its social form. The same principle: end your turn by giving it away.
TIP: Ten seconds of small talk done properly is how colleagues become people who help you. It is not trivial.
CLASSROOM ACTIVITY: Answer, add, ask: pairs run ten small-talk exchanges using all three parts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Habit 2 is the protective one. It stops learners deploying dated idioms from textbooks, which is a real and common problem.
COMMON MISTAKES: Habit 4 skipped because the language sounds mild. That is exactly the trap understatement sets.
EXTRA EXAMPLES: Four of the five are about receiving rather than producing, which is the module's honest emphasis.
TIP: Print these five. Habit 5 alone changes how quickly somebody settles into an English-speaking workplace.
CLASSROOM ACTIVITY: One habit each: assign each learner one habit to apply for a week and report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Have learners find all eight. Then point out that none of them is colourful — this is completely ordinary professional English.
COMMON MISTAKES: Learners expect idiomatic English to sound exotic. It sounds like this: unremarkable, frequent and invisible to native speakers.
EXTRA EXAMPLES: “Fair enough” is a small but very useful item: it accepts something without fully agreeing.
TIP: Ask how much of this they already understood. Usually most of it, which is encouraging and accurate.
CLASSROOM ACTIVITY: Eight idioms: pairs write their own six-line meeting using at least six of the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Read it once literally, then explain what each line actually means. The gap between the two readings is the whole slide.
COMMON MISTAKES: A learner hearing this would conclude the report is nearly fine. It is not — two thirds of the data is gone.
EXTRA EXAMPLES: The manager's “slightly more than a small issue” is itself an understatement, and it is a gentle correction of Yonas's framing.
TIP: Ask what a direct version would sound like. “Two of three datasets are missing and we cannot finish” — and note it would sound alarming in a way the speakers are avoiding.
CLASSROOM ACTIVITY: Translate it: pairs rewrite the whole dialogue in direct language and compare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All six are functional rather than decorative. Each one does a job that plain language does less economically.
COMMON MISTAKES: “Tell me about it” said with the wrong intonation sounds like a genuine request. It needs a falling, weary tone.
EXTRA EXAMPLES: “Fair enough” is the most useful of the six. It closes a disagreement without conceding, which is often exactly right.
TIP: These six are safe in any professional setting and none of them will mark a speaker as trying too hard.
CLASSROOM ACTIVITY: Six in a meeting: run a ten-minute discussion where every learner uses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Have pairs perform it at natural speed with Module 1's linking. Idioms delivered slowly and separately sound learned rather than owned.
COMMON MISTAKES: Learners hesitate before each idiom, which marks them as retrieved rather than natural. Speed is part of the target.
TIP: Run it three times. By the third the idioms come out as single units, which is the point.
CLASSROOM ACTIVITY: Do it again about a different project.
ANSWERS: 1 page · 2 grey · 3 burner · 4 run · 5 shot · 6 sailed · 7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Round 2 is the highest-value one. Ten repetitions of answer-add-ask makes the three-part turn automatic.
COMMON MISTAKES: Round 3 with hesitation. An idiom retrieved slowly sounds studied; the target is producing it as one unit.
TIP: Round 4 gives learners permission to check. Most never ask, and mis-reading understatement is expensive.
CLASSROOM ACTIVITY: Ten turns: count the return questions in round 2 — the target is ten out of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Step 3 is encouraging and accurate. Six or seven out of ten from pure guessing is a genuinely useful hit rate.
COMMON MISTAKES: Refusing to guess. The instruction is to guess even when unsure — a wrong guess costs nothing here.
EXTRA EXAMPLES: The picture clue works for most. Idioms that resist it — “by and large” — are usually the older ones.
TIP: Step 4 normalises asking. Learners who have said “what does that mean?” once in class will say it at work.
CLASSROOM ACTIVITY: Ten idioms: prepare ten genuinely unfamiliar ones in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Step 5 is the test. If the partner cannot identify the intended register, the markers were not clear enough.
COMMON MISTAKES: Producing two registers and calling it four. Formal and neutral often collapse together — push for a real difference.
EXTRA EXAMPLES: Item 3 is the hard one. Telling somebody their figures are wrong in formal register requires real circumlocution.
TIP: Contractions are the fastest lever. Have learners change only those and hear the shift.
CLASSROOM ACTIVITY: Twenty versions: five messages, four registers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Demonstrate both. Learners can usually hear the difference immediately even if they could not have described it.
COMMON MISTAKES: Listening only to the words. In understatement the words are deliberately misleading and the tone carries the truth.
EXTRA EXAMPLES: A pause before the understatement — “That's… not ideal” — is a strong signal that it is serious.
TIP: This is a listening skill more than a speaking one. Learners need to decode it far more often than produce it.
CLASSROOM ACTIVITY: How serious: say ten understatements at two different paces and have learners rate the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Step 5 is the real test. Two minutes of small talk requires roughly six return questions and it feels long to learners at first.
COMMON MISTAKES: Answering fully and stopping. “Good thanks” is polite and it closes the exchange completely.
EXTRA EXAMPLES: The added detail is what makes it work: it gives the other person something to ask about.
TIP: Small talk determines who helps you at work. Say that plainly — it stops learners treating it as a waste of time.
CLASSROOM ACTIVITY: Two minutes: every learner sustains one small-talk exchange for a full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18 minutes including listening back.
HOW TO TEACH: Step 1 is assessed on fluency of delivery, not on how many idioms are used. Six delivered smoothly beats twelve delivered haltingly.
COMMON MISTAKES: Step 2 producing two distinguishable registers rather than four. Listen specifically for contractions.
TIP: Step 5 has no right answer. What is being assessed is whether the learner has a rule, not which rule.
CLASSROOM ACTIVITY: Keep every recording for the Level 4 comparison.
ANSWERS: SUCCESS CRITERIA: six idioms with no hesitation · four audibly distinct registers · five correct decodings · a 90-second exchange with a return question every turn · a reasoned judgement about humour.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Items 4 and 7 are the traps. Both sound neutral or even positive and both are polite rejections.
COMMON MISTAKES: Rating item 5 as mild. “A slight concern” from a British colleague frequently means a serious objection.
EXTRA EXAMPLES: Item 6 is different: genuinely cheerful, and it does mean things are bad but survivable.
ANSWERS: 1 This is bad. 2 I disagree. 3 This is a serious problem. 4 I think that's wrong. 5 I have a real objection. 6 This is bad but survivable. 7 I don't think that will work. 8 That's the wrong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Items 4 and 7 are worth repeating aloud. Learners who accept them as agreement will proceed with a plan the other person has just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A is the more common learner error. Over-formality feels safe and reads as cold or even sarcastic between colleagues.
COMMON MISTAKES: Learners assume formal is always safer. To somebody you sit next to it is a small social error every time.
EXTRA EXAMPLES: C is neutral and it would be acceptable in all three situations, which is the argument for the default.
ANSWERS: 1 Formal — wrong, too distant. 2 Very informal — wrong, too casual. 3 Neutral. 4 Cold or sarcastic. 5 Careless. 6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fourth item is the important one. Register errors are invisible to the speaker and consequential — which is why the default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Item 4 is very common in management. “Have you thought about…?” is almost always an instruction expressed politely.
COMMON MISTAKES: Answering item 4's question literally — “yes, I did consider it” — and continuing as before. The suggestion was not optional.
TIP: Item 2's test is practical: if you did not hear a yes, do not record one.
CLASSROOM ACTIVITY: Spot the signal: read eight short exchanges and have learners identify which of the four is happening.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17 minutes.
HOW TO TEACH: This email is entirely negative and contains no negative word. Work through it line by line — learners are often startled.
COMMON MISTAKES: Reading it as broadly positive with minor notes. It says the figures are wrong, the recommendation is unacceptable, and it needs rewriting by Thursday.
EXTRA EXAMPLES: “If that's manageable” is not optional. It is a deadline expressed politely.
ANSWERS: “A start” means not finished. “One or two small thoughts” means significant problems. The figures are out of date. The recommendation is too strong. Thursday is a deadline. Substantial rewriting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5 is the practically important one. Learners who read it as optional will miss a real deadline.
COMMON MISTAKES: Softening the decoding. The email is polite and its content is entirely critical, and both things are true at once.
TIP: Ask whether Chaltu is being dishonest. She is not — she is using a politeness system that assumes decoding.
ANSWERS: 1 It is not finished. · 2 Significant problems. · 3 They are out of date. · 4 It is too strong and must be softened. · 5 A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Have learners rewrite this email directly. The direct version sounds brutal, which is precisely why the convention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Question 6 is the interesting one. The very informal version is arguably the clearest, which shows that register is not about clarity.
COMMON MISTAKES: Assuming formal means clearer. It usually means longer, and it is chosen for the relationship rather than for comprehension.
EXTRA EXAMPLES: The markers: contractions, vocabulary (revise/look/go), sentence length and directness. All four move together.
ANSWERS: Contractions, vocabulary, length, directness. Formal to a minister. Friendly or very informal to a neighbour. Neutral almost anywhere. Formal would sound sarcastic to a friend. The very informal one is arguably clearest.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is the counter-intuitive point worth stating: the most informal version communicates the content most efficiently and is still wrong for a minister.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Item 6 is the one learners most often read literally. It is advice or an instruction, not a question about their thinking.
COMMON MISTAKES: Softening the decoding. The point of the exercise is to see how far the literal and intended meanings diverge.
TIP: Item 5's conditional is a courtesy, not an option. Reading it as optional misses a deadline.
ANSWERS: 1 This is bad. · 2 I disagree. · 3 I don't think that will work. · 4 There are significant problems. · 5 I need it by Thursday. · 6 Do it the other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Step 5 is the discovery. Formal has none; very informal has several. Contractions alone carry most of the register signal.
COMMON MISTAKES: Producing two distinguishable versions rather than four. Push for real separation.
TIP: Step 6's answer is neutral, every time. It is the version that is never badly wrong.
ANSWERS: MODELS: 1 “I regret that I am unable to attend on Thursday and should be grateful if the meeting could be moved to Friday.” · 2 “I'm afraid I can't make Thursday — could we move it to Friday?” · 3 “Sorry, can't do Thursday. Friday any good?” · 4 “Can't make Thu — Fri instead?”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 to set up, then a week of collection.
HOW TO TEACH: Step 4 is the key distinction. Most idioms belong in the understand-only column, and that is the correct outcome.
COMMON MISTAKES: Copying idioms from lists. The whole point is frequency in the learner's own environment.
TIP: Step 6 is the production target: three, not twenty. A small number used naturally beats a long list used awkwardly.
ANSWERS: No fixed answers. Twenty heard idioms in a week is realistic for anybody working 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fourth criterion is the diagnostic. A list where everything is marked “I would use this” shows the recognition-before-production point has not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Check 1 is the protective one. It prevents the phrasebook-idiom problem entirely.
TIP: Print this. Checks 2 and 3 apply to every email a learner sends for the rest of their career.
CLASSROOM ACTIVITY: Six checks: apply this to the next five real messages you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2 is the module's most practically useful item. Say the answer twice.
ANSWERS: 1 b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All six are guessable from their images. Have learners name the picture as well as the meaning.
COMMON MISTAKES: Item 1 confused with “cancelled”. The back burner is still on the stove — it is postponed.
TIP: Item 4 is slightly negative. Using it about somebody's work is a criticism, not a neutral description.
ANSWERS: 1 postponed, not cancelled · 2 it's their decision now · 3 unclear, not covered by rules · 4 do it badly to save time · 5 kept informed · 6 accept something unpleasant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 is the highest-value section. All three are heard weekly and all three are mis-read.
ANSWERS: Part 1: 1–c, 2–b, 3–a, 4–d.  ·  Part 2: 1–b, 2–c, 3–a.  ·  Part 3: 1–b, 2–a, 3–c.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All three parts every time. The return question is what learners omit and it is what keeps the exchange alive.
COMMON MISTAKES: Two parts only. “Good thanks, I went to Adama” is friendly and it still ends the conversation.
TIP: The detail is what gives them something to ask about. Without it the return question is the only thread.
ANSWERS: MODEL for 1: “Good, thanks. I went to my sister's in Adama. How about you?”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Items 1 and 4 are over-formal; 2, 3 and 5 are over-informal. Both directions are errors and both are invisible to the writer.
COMMON MISTAKES: Item 3's “yeah nah” is very informal and would be a real misstep with a manager.
TIP: Ask which direction each learner tends to err in. Most over-formalise, and knowing that is actionable.
ANSWERS: MODELS: 1 “Sorry, I can't make it this afternoon.” · 2 “I am afraid I am unable to attend on Thursday. Could an alternative date be arranged?” · 3 “I'm not sure that would work — could we look at another option?” · 4 “Could you give me some advice?” · 5 “Do let me know once you've had a chance to review 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5 is the permission-giving one. Say the correction clearly — many learners never ask.
ANSWERS: 1 F — use only ones you have heard recently · 2 F — neutral is safest; formal can sound cold · 3 T · 4 T · 5 F — native speakers ask each other regularly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2 requires honesty and most learners over-formalise. Naming the tendency is what makes it correctable.
COMMON MISTAKES: Question 1 answered with ten idioms. Three is the instruction and the number matters.
TIP: Question 3's answers are usually the best discussion in the module. Real misreadings are memorable.
ANSWERS: No fixed answers. Question 1 must name exactly three,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Round 1's criterion is fluency of delivery, not quantity. Six smooth beats twelve halting.
TIP: Round 4 is harder than it sounds. Ninety seconds requires about six return questions.
ANSWERS: SUCCESS CRITERIA: 1 six idioms with no pause before them · 2 four registers the partner can name unprompted · 3 five correct decodings · 4 90 seconds with a return question every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 in pairs.
HOW TO TEACH: Step 3 is the assessment that matters. Decoding understatement correctly and then checking is the module's highest-value skill.
TIP: Step 4 shows whether register is genuinely under control. Two versions that differ only slightly means it is not.
ANSWERS: Assessed with the six checks from slide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1 is worth defending. Understatement lets a speaker deliver criticism without forcing the other person to defend themselves.
TIP: Question 3's answer connects back to Level 3 Module 5. Invisible errors with real costs are the hardest kind to fix.
ANSWERS: 1 It lets you criticise without humiliating, and leaves the other person room to respond. 2 Understand all; use a few you have genuinely heard — using rare ones marks you out more than using none. 3 Because somebody will correct your grammar, and nobody will ever tell you your email sounded cold. 4 For: it decides who helps you and who trusts you. Against: it can be time spent avoiding the actual work. Most people conclude ten seconds of it is a good investment and ten minutes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live. Idioms are marked on fluency of delivery, not on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live. Idioms are marked on fluency of delivery, not on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live. Idioms are marked on fluency of delivery, not on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live. Idioms are marked on fluency of delivery, not on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assessed live. Idioms are marked on fluency of delivery, not on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Q14 are the diagnostic block: the frequency test, what “not ideal” means, and the inverse rule. All three prevent real and costly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Q14 are the diagnostic block: the frequency test, what “not ideal” means, and the inverse rule. All three prevent real and costly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Q14 are the diagnostic block: the frequency test, what “not ideal” means, and the inverse rule. All three prevent real and costly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Q14 are the diagnostic block: the frequency test, what “not ideal” means, and the inverse rule. All three prevent real and costly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Q5, Q13 and Q14 are the diagnostic block: the frequency test, what “not ideal” means, and the inverse rule. All three prevent real and costly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Friday's task is the permission-giving one. Learners discover that asking produces a friendly explanation, not judgement.
TIP: Tuesday's task is the highest-value one. One decoded understatement a day builds the skill faster than any exercise.
CLASSROOM ACTIVITY: Ask three learners to report Friday's reaction.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The notebook is marked on whether the idioms were heard, not on how many there are. Attribution is the evidence.
COMMON MISTAKES: Learners who cannot record must not be excluded. Offer the live option openly.
TIP: Read three notebooks aloud. The overlap between learners shows which idioms are genuinely frequent in their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The notebook carries twelve marks because collection is the transferable habit. It continues working long after the module ends.
COMMON MISTAKES: Do not reward long idiom lists copied from the internet. Attribution is what is being marked.
TIP: Give the mark privately. Add one comment on register, since nobody else will ever give them that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 and ask task 3 again: has an English speaker ever said something you took the wrong way? Learners can now usually explain what happened.
TIP: Ask how many idioms they collected. Twenty in a week surprises most of them and proves how common these are.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second box is the one that prevents costly misreadings.
TIP: Print the second and fourth boxes. One prevents misunderstanding; the other opens relationships.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the shift: from being understood to understanding. Most of this module was about receiving, and that is where the real gains were.
TIP: Preview Module 8 as the course's final module: giving bad news, handling conflict, receiving criticism and apologising. Difficult in a first language and harder in a second.
CLASSROOM ACTIVITY: Ask every learner to name the three idioms they will start 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Idiom, Humour &amp; Register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things that mark somebody as outside the language. Not barriers to being understood — markers of not yet being inside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IDIOMS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Mostly about recognising, not performing.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idioms you have never heard before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context, in real time. You cannot learn them all.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about forty idioms confidently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that appear constantly. Not the colourful ones in phrasebooks.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four registers deliberately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neutral · friendly · very informal.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British understatement and irony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that most confuses competent speakers.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NOT to be funny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judgement in the module.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what do these actually mean?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Guess. You will be right more often than you expect.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Three idioms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touch base.”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ship has sailed.”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on the fence.”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mean?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Was that a joke?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that went well.” — said after a disaster. What does the speaker mean?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Have you misread one?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English speaker ever said something you took the wrong way? What happened?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learn every idiom. You can learn how to guess, and about forty that matter.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has thousands. Native speakers do not know them all either.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have is a method for working out the ones they meet — and so can you.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that matter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before production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guess an idiom you have never met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clues. They work most of the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CLUES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PICTURE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“That ship has sailed.” — the chance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has gone. The image tells you.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IT POSITIVE OR NEGATIVE?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Tone and context usually settle it.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WOULD FIT HERE?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 would a normal sentence say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at this point?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ASK — it is completely normal.</a:t>
            </a:r>
            <a:endParaRPr lang="en-US" sz="12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“Sorry, what does that mean?”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BEATS MEMORISING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thousands. You will always meet new ones.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works for most idioms — they were pictures once.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speakers guess unfamiliar idioms constantly, from the same clues.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4 costs nothing. Asking about an idiom is not a sign of weak English.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idioms that actually appear at work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colourful. Just constant.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4497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base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brief contact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“Let's touch base on Friday.”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ball is in their court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their decision now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you have done your part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ship has sailed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chance has gone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off an option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fence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undecided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still on the fence about 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 shot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unlikely but worth trying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proposing something risky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to the drawing board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again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plan has failed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six appear weekly in professional English. The colourful ones in phrasebooks — “raining cats and dogs” — appear almost never.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registers — the same message, four ways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wrongly is more visible than a grammar error.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3962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with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regret that I am unable to attend.”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writing, officials, strangers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afraid I can't make 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professional situations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Friendly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“Sorry, I can't come.”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colleagues you know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informal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“Can't make it, sorry!”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friends, quick messages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is the safe default and covers most of working life. Formal used with a colleague sounds cold; very informal used with a stranger sounds careless.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Understatement and irony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confuses competent speakers most — especially in British English.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say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ideal.”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bit of a problem.”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that went well.”  (after a disaster)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entirely convinced.”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could be worse.”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mean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bad.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serious problem.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a catastrophe.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strongly disagree.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quite bad, but I'm being cheerful.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the more serious the problem, the milder the language. “Not ideal” from a British colleague can mean something has gone badly wrong.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 — and when not to try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judgement in this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UNSAFE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SAFE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gentle self-deprecation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“I've been here a week and I'm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already lost.”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agreeing with a shared complaint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“Tell me about it.”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IN A SECOND LANGUAGE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sarcasm — tone carries it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wordplay and puns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anything about a person present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be funny. Nobody is judging you on it.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joke and laughing is full participation.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delivered without native intonation reads as rudeness.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doubt, do not. A failed joke costs more than no joke.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— the part with rules nobody states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meaningless. It is how relationships open.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49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topics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topics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· travel · food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· religion · politics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three ask nothing of anyone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· sport · the journey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· marital status · weight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second group is personal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in general terms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criticism of 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criticism travels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 THEM a 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talking only about yourself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talk is turn-taking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small talk: ask a question back. A statement without a return question ends the exchange, whatever the topic.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get the hang of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hang of</a:t>
            </a:r>
            <a:endParaRPr lang="en-US" sz="385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/ɡet ðə ˈhæŋ əv/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 how to do something after some practice.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starting to get the hang of the new system.</a:t>
            </a:r>
            <a:endParaRPr lang="en-US" sz="20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the hang OF something” — the preposition is fixed. And it implies practice, not instruction.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on the same page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page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/ɒn ðə seɪm ˈpeɪdʒ/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agreement, with the same understanding.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sure we're on the same page before we start.</a:t>
            </a:r>
            <a:endParaRPr lang="en-US" sz="17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the same page”, not “in”. It means shared understanding, not agreement with a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touch base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base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/tʌtʃ ˈbeɪs/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brief contact, usually to check progress.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touch base on Friday. I'll touch base with the team.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a SHORT contact, not a meeting. “Let's touch base” and then talking for an hour is a small social error.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a long shot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shot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 lɒŋ ˈʃɒt/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Unlikely to succeed, but worth attempting.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long shot, but could you ask them?</a:t>
            </a:r>
            <a:endParaRPr lang="en-US" sz="2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softens a request by admitting it may fail — which makes refusing easy and asking safe.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not ideal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/nɒt aɪˈdɪəl/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understatement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 “not perfect”. In practice, often “this is bad”.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server's been down since Monday.” “That's not ideal.”</a:t>
            </a:r>
            <a:endParaRPr lang="en-US" sz="16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understatement. The milder the words, the more serious the problem often is.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register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things. Change them and the register changes.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497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Contractions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unable to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can't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· commence · assist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· start · help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length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with subordinate clauses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Directness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wonder whether it might be…”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about…?”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 are the quickest signal. Writing “I am unable to attend” to a colleague sounds cold; “I can't make it” to a ministry sounds careless.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understatement family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hear the real meaning.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hear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ideal.”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entirely sure about that.”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bit awkward.”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one way of doing it.”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might have a slight concern.”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mean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bad.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disagree.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problem.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that's wrong.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serious objection.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unsure, ask: “When you say not ideal — how serious is it?” Nobody minds being asked, and mis-reading it costs far more.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more idioms that earn their place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frequent. All safe to produce.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474720"/>
                <a:gridCol w="39620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loop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informed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heads-up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warning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something by somebody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their view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back burner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postponed, not cancelled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grey area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unclear, not covered by the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corners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it badly to save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negative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bite the bullet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something unpleasant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safe in professional English. None of them is colourful enough to sound like a phrasebook.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— the mechanics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add, ask back.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TURN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your weekend?”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ANSWER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“Good, thanks.”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ONE DETAIL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went to my sister's in Adama.”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ASK BACK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“How about you?”</a:t>
            </a: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endParaRPr lang="en-US" sz="12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part 3, the conversation ends.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 3 IS THE RULE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is turn-taking. A turn that does not return closes it.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gives them something to ask about — it opens a door.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“Good, thanks.” alone is polite and final.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ten seconds, and the relationship is open.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habits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about listening, not performing.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unfamiliar idioms from the picture — do not stop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ask if it matters. Asking is normal.</a:t>
            </a:r>
            <a:endParaRPr lang="en-US" sz="163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idioms you have heard a real person say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in your last month, do not produce it.</a:t>
            </a:r>
            <a:endParaRPr lang="en-US" sz="163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neutral register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to a colleague is cold; informal to a stranger is careless.</a:t>
            </a:r>
            <a:endParaRPr lang="en-US" sz="163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understatement means more than it says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ideal” is often serious. Ask how serious.</a:t>
            </a:r>
            <a:endParaRPr lang="en-US" sz="163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add a detail, ask back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small-talk turn. Without part three it ends.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guessing idioms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picture.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ship has sailed.” What does it mean?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has gone. It is too late.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image does the work — a ship that has left cannot be boarded. Most idioms are dead metaphors.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ball is in your court.” What does it mean?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 decision now.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From tennis. You do not need to know the sport — the picture of waiting for someone to act is enough.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guess one and it matters. What do you do?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“Sorry, what does that mean?”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Completely normal. Native speakers ask each other about unfamiliar idioms regularly.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which idioms to use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is the test.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say “it's raining cats and dogs”?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is understood and nobody says it.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Using a dated idiom marks you out more than not using one at all.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test for whether to use an idiom?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heard a real person say it in the last month?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Frequency, not colour. The useful idioms are the boring ones.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“let's touch base” safe?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appears weekly in professional English.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Frequent, neutral and completely unremarkable, which is exactly what you want.</a:t>
            </a:r>
            <a:endParaRPr lang="en-US" sz="12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register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is the default.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emailing a ministry official you have never met. Which register?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Stranger, official context, written. All three point the same way.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messaging a colleague you sit next to. Which register?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or very informal.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Formal here reads as cold or sarcastic. Register is about the relationship, not about correctness.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sure. Which do you choose?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never badly wrong in either direction, and it covers most of working life.</a:t>
            </a:r>
            <a:endParaRPr lang="en-US" sz="12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understatement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Milder words, bigger problem.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says “that's not ideal”. How bad is it?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quite bad. Ask.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milder the language, the more serious the problem often is — especially in British English.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entirely sure about that.” What do they mean?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disagree.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a full disagreement expressed at about a quarter of its strength.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check?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say not ideal — how serious is it?”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Completely acceptable to ask, and far cheaper than mis-reading it.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humour and small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not to.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attempt sarcasm in English?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not. It depends entirely on intonation.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Delivered without native intonation it reads as rudeness rather than as a joke.</a:t>
            </a:r>
            <a:endParaRPr lang="en-US" sz="127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humour is safe?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self-deprecation.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“I've been here a week and I'm already lost” is safe everywhere and signals confidence.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your weekend?” “Good, thanks.” What is missing?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and a return question.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Answer, add, ask back. Without part three the conversation politely ends.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full of idioms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idioms in six lines. All of them ordinary.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— are we all on the same page about the March deadline?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so. Although the funding question is still a bit of a grey area.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that on the back burner and touch base on Friday.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run something by you first? It's a long shot, but could we ask Adama to cover it?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ship has sailed, I'm afraid — they closed their budget in January.</a:t>
            </a:r>
            <a:endParaRPr lang="en-US" sz="195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enough. Keep me in the loop when you hear back.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page · a grey area · on the back burner · touch base · run something by · a long shot · that ship has sailed · in the loop.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Understatement in action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literally, then read it properly.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Adama report coming along?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It's… coming. We've had a few small issues with the data.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Right. Nothing we need to worry about?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— it's not ideal. Two of the three datasets are missing.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Ah. That's slightly more than a small issue, then.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bit of a problem, yes.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few small issues” = two thirds of the data is missing. Both speakers are understating, and both understand each other perfectly.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that make you sound inside the language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small items. All frequent, all safe.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“Fair enough.”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something without fully agreeing.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it.”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exactly.” Agreeing with a complaint.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run something by you?”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57"/>
              </a:spcBef>
              <a:buNone/>
            </a:pPr>
            <a:r>
              <a:rPr lang="en-US" sz="13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view before committing.</a:t>
            </a:r>
            <a:endParaRPr lang="en-US" sz="16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 heads-up.”</a:t>
            </a:r>
            <a:endParaRPr lang="en-US" sz="185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advance warning.</a:t>
            </a:r>
            <a:endParaRPr lang="en-US" sz="18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long shot, but…”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 unlikely ask easy to refuse.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me in the loop.”</a:t>
            </a:r>
            <a:endParaRPr lang="en-US" sz="185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to stay informed.</a:t>
            </a:r>
            <a:endParaRPr lang="en-US" sz="1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conversation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all on the same ______ about Friday?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so. Though the budget is still a bit of a ______ area.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that on the back ______ for now.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______ something by you? It's a long ______ , but could we ask Adama?</a:t>
            </a:r>
            <a:endParaRPr lang="en-US" sz="185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ship has ______ , I'm afraid.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enough. Keep me in the ______ 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“page”  ·  “grey”  ·  “burner”  ·  “run”  ·  “shot”  ·  “sailed”  ·  “loop”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register and small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Three minutes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same message in all four registers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neutral · friendly · very informal.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talk: answer, add a detail, ask back — ten times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all three parts every turn.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six idioms naturally in a work conversation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ticks each one. No hesitation before them.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understates. You check how serious it is.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say not ideal — how bad?”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guess the idiom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you have never met. Use the four clues.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reads an idiom in a sentence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never heard it. Guess.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which clue you used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· positive or negative · what would fit · ask.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out of ten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get six or seven.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ones you missed — ask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“Sorry, what does that mean?” Practise saying it.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four registers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message. Four ways. Say them all.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come to the meeting.”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registers.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this by Friday.”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figures are wrong.”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four. Notice how hard formal is.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agree.”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names the register each time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told which you intended.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the tone of understatement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are mild. The tone tells you how serious it is.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FLAT and level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ideal.”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bit of a problem.”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entirely convinced.”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genuinely mild.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SLOWER, with a fall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“That's… not ideal.”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bit of a problem.”  ( falling )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entirely convinced.”  ( slow )</a:t>
            </a:r>
            <a:endParaRPr lang="en-US" sz="1800" dirty="0"/>
          </a:p>
          <a:p>
            <a:pPr marL="228600" indent="-228600">
              <a:lnSpc>
                <a:spcPct val="100000"/>
              </a:lnSpc>
              <a:spcAft>
                <a:spcPts val="1042"/>
              </a:spcAft>
              <a:buSzPct val="100000"/>
              <a:buChar char="•"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it sounds serious.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words carry different weight depending on pace and fall. Slowing down is how English speakers signal that mild words mean something serious.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small talk that goes somewhere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add, ask back. Ten turns.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was your weekend?”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one detail · ask back.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you been busy?”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parts.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“How's the new job going?”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parts.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have far to come?”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parts.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one exchange going for two minutes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counts your return questions.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record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minutes. Mostly recognition, some production.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six idioms from this module naturally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hesitation before them. Say which six.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one message in all four registers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register as you go.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five understatements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they say X, they mean Y.”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90-second small-talk exchange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add, ask back — every turn.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one thing you would NOT joke about, and why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judgement from slide 9.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what did they actually mean?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understatements. Write the real meaning.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SLOWLY, WITH FALLS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“That's not ideal.”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“I'm not entirely convinced.”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“It's a bit of a problem, to be honest.”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“Well, that's one way of doing it.”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“I might have a slight concern about the timing.”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“It could be worse.”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“That's certainly one option.”</a:t>
            </a:r>
            <a:endParaRPr lang="en-US" sz="15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“I'd have thought there might be a better way.”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each one really means.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each 1–5 for how serious it is.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are the most negative?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sounds most neutral but isn't?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check?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3 — “not ideal” and “a bit of a problem”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bad; this is a serious problem.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inverse rule: the milder the wording, the more serious the situation often is.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and 7 — “one way” and “one option”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mean “I don't think that will work.”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traps. Both sound neutral or even accepting and both are polite rejections.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“a slight concern”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serious objection.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“Slight” is doing the opposite of its literal job. It marks politeness, not size.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“it could be worse”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bad but survivable.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one genuinely cheerful item. Context and tone separate it from the others.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check?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say not ideal — how serious is it?”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Completely acceptable to ask. Mis-reading costs far more than asking does.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register mismatch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messages. Which register is wrong, and why?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to a colleague you sit next to: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regret to inform you that I shall be unable to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this afternoon's meeting.”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—  to a government official you've never met: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“Hi! Can't make Thursday, sorry! Let me know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works.”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—  to a manager you know well: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afraid I can't make Thursday — could we</a:t>
            </a:r>
            <a:endParaRPr lang="en-US" sz="15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to Friday?”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register is A, and is it right?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register is B, and is it right?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register is C?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does A come across?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B come across?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one is safe almost anywhere?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4 — message A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Formal, to somebody you sit next to. It reads as cold or sarcastic.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commoner learner error. Formality feels safe and creates distance you did not intend.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5 — message B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informal, to an official. It reads as careless.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Exclamation marks and contractions to a stranger in an official context signal that you have not taken it seriously.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6 — message C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and acceptable in all three situations.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is the argument for defaulting to neutral. It is never badly wrong in either direction.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anyone tell you?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Nobody corrects register.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Exactly like Level 3 Module 5. The cost is real and the feedback never comes.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the difference?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Contractions, vocabulary and directness.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Change the contractions alone and a message moves a whole register.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for what is not said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worth catching.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words, slow delivery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“That's… not ideal.” The pause and the fall mean it is serious. The words alone would mislead you.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certainly one option.”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05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polite rejection dressed as acceptance. If somebody has not said yes, they have not said yes.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Laughter with no joke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14"/>
              </a:spcBef>
              <a:buNone/>
            </a:pPr>
            <a:r>
              <a:rPr lang="en-US" sz="126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discomfort rather than humour. Something has been said that somebody wants to move past.</a:t>
            </a:r>
            <a:endParaRPr lang="en-US" sz="16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isn't one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 you thought about doing it the other way?” is usually advice, not curiosity.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 email full of understatement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literally. Then read it properly.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Yonas,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sending the draft. It's certainly a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and I can see a lot of work has gone in.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have one or two small thoughts. The data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might benefit from a second look — I'm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entirely sure the figures are all current.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the recommendation is perhaps slightly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bolder than we might want at this stage.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be helpful to have another version by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if that's manageable.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 Chaltu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positive is “certainly a start”?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“one or two small thoughts” mean?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the data?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she think of the recommendation?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Thursday optional?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work is actually needed?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sentence, saying what is really meant.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“it's certainly a start” actually say about the draft?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“one or two small thoughts” usually mean in practice?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she saying about the figures?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she saying about the recommendation?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“by Thursday if that's manageable” a request or a deadline?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“certainly a start”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finished, and not close.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“A start” names the beginning of something. It is faint praise doing the work of criticism.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“one or two small thoughts”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problems.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quantity is understated exactly as the severity is. Two thoughts about a draft are rarely small.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4 — data and recommendation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are out of date; the recommendation is unacceptable as written.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“Not entirely sure” and “perhaps slightly bolder” are both full objections at a quarter strength.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“if that's manageable”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deadline, politely expressed.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conditional is a courtesy. Reading it as optional would be a serious error.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Chaltu being dishonest?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she is using a politeness system that assumes you will decode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Everything she says is literally true. The convention is that severity is understated.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email, four registers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content. Which would you send, and to whom?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FOUR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should be grateful if you would revise the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moderate the recommendation.”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take another look at the data and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the recommendation a little?”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have another go at the data? And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tone the recommendation down a bit?”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INFORMAL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needs another look — and the rec's a bit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strong. Thursday OK?”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markers change between them?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you send to a minister?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 a colleague you sit beside?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safe almost anywhere?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would sound sarcastic to a friend?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 of them clearer than the others?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changes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Contractions, vocabulary, sentence length and directness.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four move together. Changing only the contractions shifts a message most of a register.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safe default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Neutral. It works in all four situations.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Never badly wrong in either direction, which is why it should be the default when unsure.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formal to a friend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sound sarcastic or cold.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Register signals distance. Choosing more distance than the relationship has is itself a message.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which is clearest?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Arguably the very informal one.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Which proves register is not about clarity. It is about matching the relationship.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hang of · on the same page · touch base · a long shot · not ideal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five are frequent, safe and neutral — the register that covers most of working life.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decode the understatement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direct version of each.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“That's not ideal.”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“I'm not entirely convinced.”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“That's certainly one option.”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“I did have one or two small thoughts.”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“It would be helpful to have it by Thursday if that's manageable.”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“Have you thought about doing it the other way?”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four registers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four registers of this message: you cannot attend Thursday's meeting and want to move it to Friday.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FORMAL — to a ministry official you have never met.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NEUTRAL — to a manager in another department.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FRIENDLY — to a colleague you know well.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VERY INFORMAL — to somebody you sit next to.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Mark the contractions in each. What do you notice?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Which one would you send if you were unsure?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your idiom notebook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this week, collect idioms you actually HEAR — not ones from a book.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down every idiom you hear a real person use.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each: what it means, and who said it.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Mark the register: formal · neutral · friendly · very informal.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Mark whether YOU would use it, or only understand it.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Aim for twenty by the end of the week.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Which three will you start using?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collected — 8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from real people, with who said them.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Idioms copied from a list score nothing. The attribution is what proves they were heard.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Meanings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not dictionary definitions.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definition you have written yourself is one you have understood.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marked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placed in one of the four registers.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idiom used at the wrong register is worse than one not used at all.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 understand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classification. Most should be understand-only.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most are marked “use”, the learner has not understood the module's emphasis.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chosen to use — 2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with a reason for each.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used naturally is worth more than twenty produced haltingly.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idiom and register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heard a real person say this idiom recently?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do not use it.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at the right register for this relationship?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unsure, neutral.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check my contractions?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carry most of the register signal.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mild words mean something serious?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ideal” often does. Ask how serious.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answer, add and ask back?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small-talk turn.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about to attempt sarcasm?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Don't. It depends entirely on intonation.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“That ship has sailed”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it's on the way     b) the chance has gone     c) it's late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“That's not ideal” usually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it's slightly imperfect     b) this is bad     c) it's fine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unsure of register, choose: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formal     b) neutral     c) informal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Sarcasm in a second language is: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good way to fit in     b) risky — tone carries it     c) always fine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small-talk turn needs: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 answer     b) answer, detail, return question     c) a long story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what does it mean?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meaning of each idiom.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the back burner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ball is in their court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grey area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cut corners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the loop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bite the bullet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Idioms, registers and understatement.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IDIOM to its MEANING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touch base     2. a long shot     3. on the fence     4. in the loop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undecided     b) unlikely but worth trying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make brief contact     d) kept informed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REGISTER to the EXAMPLE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formal     2. neutral     3. very informal          a) “Can't make it, sorry!”     b) “I regret that I am unable to attend.”     c) “I'm afraid I can't make it.”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UNDERSTATEMENT to its MEANING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“not ideal”     2. “one way of doing it”     3. “a slight concern”          a) I think that's wrong     b) this is bad     c) a serious objection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small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three-part reply to each.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“How was your weekend?”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“Have you been busy?”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“How's the new role going?”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“Did you have far to come?”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“Have you worked here long?”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fix the register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at the right register.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 a colleague you sit beside: “I regret to inform you that I shall be unavailable.”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 a ministry official: “Hi! Can't do Thursday, sorry! What works?”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To your manager: “Yeah nah, that won't work.”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To a close friend: “I should be most grateful if you could advise me.”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 a new client: “Give us a shout when you've had a look.”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 should learn as many idioms as possible and use them all.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Formal register is always the safest choice.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“That's not ideal” usually means something is seriously wrong.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Understanding a joke without making one is full participation.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Asking what an idiom means shows weak English.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Small talk needs a return question to continue.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three idioms will you actually start using? Why those three?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 you over-formalise or over-informalise? Which?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Has an understatement ever misled you? What happened?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would you never joke about at work, and why?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small-talk question do you find hardest to answer?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Partner checks.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against the criteria.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 six idioms in a work conversation. No hesitation before them.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one message in four registers. Partner names each.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Decode five understatements aloud.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Sustain a small-talk exchange for 90 seconds.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scenario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pairs, swapping roles at each stage.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Arrive and make small talk with a colleague. Two minutes.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 every turn.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meeting: use six idioms naturally.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ticks each.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partner gives feedback using understatement. Decode it.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check: “how serious?”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the same follow-up email in two registers.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colleague and to a client.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Say one thing you would not joke about here, and why.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judgement.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understatement useful rather than just confusing?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let the speaker do?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Should you try to use idioms at all, or just understand them?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both sides.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 register errors matter more than grammar errors?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corrects each?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small talk a waste of time?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both sides honestly.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1 · Guessing idioms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spoken.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four clues for guessing an idiom.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not just memorise idiom lists?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“That ship has sailed” means what?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asking what an idiom means acceptable?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2 · Which idioms to use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test for whether to use an idiom?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Why avoid “raining cats and dogs”?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does “touch base” mean, and how long is it?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does “on the back burner” mean?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3 · Register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Name the four registers.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Which is the safe default?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word, and why.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What four things carry register?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How does formal sound to a close colleague?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4 · Understatement and humour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does “not ideal” usually mean?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What is the understatement rule?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How do you check how serious something is?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Why is sarcasm risky in a second language?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quiz — Part 5 · Small talk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Name the three parts of a small-talk turn.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What happens without the third part?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Name two safe topics and two risky ones.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six idioms, four registers, five decodings, 90s small talk.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four clues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· positive or negative · what would fit · ask.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Most idioms are dead metaphors, so the image usually still carries the meaning.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why not memorise lists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thousands, and you will always meet new ones.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method for guessing is worth more than any finite list.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“that ship has sailed”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has gone; it is too late.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image does the work — a departed ship cannot be boarded.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asking about an idiom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acceptable. Native speakers ask each other.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costs nothing, and mis-reading an idiom can cost a great deal.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the test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heard a real person say it in the last month?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Frequency, not colour. The useful idioms are the unremarkable ones.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“raining cats and dogs”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understood and nobody says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Using a dated idiom marks you out more than using none at all.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“touch base”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contact — five or ten minutes, not a meeting.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Treating it as a request for an hour is a small but real social error.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“on the back burner”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Postponed, not cancelled.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back burner is still on the stove. It will come back.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four registers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neutral · friendly · very informal.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Register signals the relationship, not the importance of the message.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the default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it is never badly wrong in either direction.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covers most of working life and works when you cannot judge the relationship.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what carries register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Contractions · vocabulary · sentence length · directness.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Contractions are the fastest lever: changing only those moves a message a whole register.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formal to a close colleague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Cold. Sometimes sarcastic.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Choosing more distance than the relationship has is itself a message, and rarely the one intended.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“not ideal”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“this is bad”.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Especially in British English. The literal reading will mislead you.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the understatement rule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serious the problem, the milder the language.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inverse relationship, and it is counter-intuitive to most learners.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how to check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say not ideal — how serious is it?”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Completely acceptable to ask, and far cheaper than mis-reading it.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sarcasm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entirely on intonation.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Delivered without native intonation it reads as rudeness rather than as a joke.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three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add a detail · ask back.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Ten seconds, and the relationship is open rather than politely closed.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without the third part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ends.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Small talk is turn-taking. A turn that does not return closes it, however friendly it was.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safe and risky topics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weather, travel, food, the weekend. Risky: salary, religion, politics, age.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safe ones ask nothing of anybody; the risky ones are personal or divisive.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spoken task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delivery, not quantity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idioms said smoothly beats twelve said haltingly. Fluency is the criterion.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Mostly listening.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four idioms you actually HEAR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who said them and what they meant.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one understatement and decode it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was said and what was meant.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message in a deliberately chosen register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and why.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three small-talk exchanges with all three parts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detail · ask back.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somebody what an idiom means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Once. Note how they reacted.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idiom notebook — twenty heard idioms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who said it, register, and use-or-understand.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written in all four registers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contractions marked in each.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three-minute speaking challenge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idioms · four registers · five decodings · 90s small talk.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 notebook — 12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heard, with attribution (6) · meanings in your own words (3) · register marked (2) · use-or-understand honest (1).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registers — 6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genuinely distinct versions (4) · contractions marked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7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idioms, no hesitation (3) · four registers audible (2) · five decodings (1) · 90s small talk (1).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collecting · below 10 → restart the notebook for a second week.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idioms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clues. The picture does most of the work.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to use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ones you have actually heard recently.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registers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· neutral · friendly · very informal. Default neutral.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Understatement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milder the words, the more serious the problem.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Self-deprecation is safe. Sarcasm is not. Know when not to.</a:t>
            </a:r>
            <a:endParaRPr lang="en-US" sz="160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· add a detail · ask back. Every turn.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registers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— “I regret that I am unable to…”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“I'm afraid I can't…”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— “Sorry, I can't…”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INFORMAL — “Can't make it, sorry!”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unsure: NEUTRAL.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Understatement decoder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ideal” → this is bad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bit of a problem” → serious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way of doing it” → that's wrong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slight concern” → real objection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“How serious is it?”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idioms worth using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base · in the loop · a heads-up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back burner · a grey area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shot · on the same page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by you · that ship has sailed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hang of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ANSWER  —  “Good, thanks.”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A DETAIL  —  “I went to Adama.”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ASK BACK  —  “How about you?”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part 3 it ends.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hear what people mean, not only what they say.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idioms, four registers, and the ability to tell that “not ideal” means something has gone badly wrong.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was needed to be understood. All of it changes how easily you fit 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Conversations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module — and the hardest thing to do in any language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7 — Idiom, Humour &amp; Register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7 — Idiom, Humour &amp; Register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2026-07-28T16:39:53Z</dcterms:created>
  <dcterms:modified xsi:type="dcterms:W3CDTF">2026-07-28T16:39:53Z</dcterms:modified>
</cp:coreProperties>
</file>