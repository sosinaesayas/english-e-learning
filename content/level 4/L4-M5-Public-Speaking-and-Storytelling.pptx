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naming the difference from Level 3 Module 6. That module made learners clear. This one makes them memorable, and clarity alone does not do it.
TIP: Every learner gives a seven-minute talk at the end. Say so in lesson one — it changes how they engage with everything before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3 surprises people. Silence feels like failure to a nervous speaker and reads as confidence to an audience.
TIP: Objective 5 is the standard for the whole module. One thing remembered is a success; five things half-remembered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Task 2 is the diagnostic. Most learners tell a story with no point, or with a point the listener cannot recover. Naming that gap is the module's starting position.
COMMON MISTAKES: Correct nothing. Note whether the stories had endings — most stop rather than finish.
TIP: Task 3 almost always produces “nothing” or one image. That is the honest evidence for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Connect back to warm-up task 3. Whatever learners remembered from a talk this year was almost certainly a story or an image, not a list.
COMMON MISTAKES: Learners aim to cover material. Coverage is not the goal — transfer is, and transfer happens through story.
EXTRA EXAMPLES: This does not replace Level 3 Module 6. Structure and signposting are still required; they are the floor, not the ceiling.
TIP: The two chips are the module's whole standard. Everything else serves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professional position. A story without a number is an anecdote; a number without a story is forgettable. The pair is what persuades.
COMMON MISTAKES: Replacing evidence with story. Module 2 was explicit that one case proves nothing — this module adds that one case is what carries the proof.
EXTRA EXAMPLES: The story is specific: a name, a textbook, two hours. Specificity is what makes a story stick, not length.
TIP: Ask which of the two the class would repeat at home tonight. The answer is unanimous and it makes the argument for you.
CLASSROOM ACTIVITY: Pair them up: give five statistics and have learners invent a matching one-sentence story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 The centre of the module.
HOW TO TEACH: Part 3 is what learners omit. A story with no turn is a description, and descriptions are not remembered.
COMMON MISTAKES: Leaving part 5 implicit. Speakers fear it is patronising to state the point; audiences reliably take away the wrong one if you do not.
EXTRA EXAMPLES: The specificity rule matters more than length. “A student” is forgettable; “Mimi, with her sister's textbook” is not.
TIP: Time it. Ninety seconds is short and the discipline is what keeps it a story rather than a ramble.
CLASSROOM ACTIVITY: Five parts: every learner tells a real ninety-second story with all five parts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important. This does not replace Level 3's four-sentence opening — it comes fifteen seconds before it.
COMMON MISTAKES: Hooking and never getting to the structure. The audience needs both: a reason to listen, then a map.
EXTRA EXAMPLES: Row 1 is the strongest and the most uncomfortable. Starting cold with a story, before saying who you are, feels wrong and works.
TIP: Row 2 must be a real question with a pause. Asking and answering it yourself immediately wastes it.
CLASSROOM ACTIVITY: Three hooks: every learner writes all three openings for the same talk, then delivers the best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Demonstrate it. Deliver a sentence, pause for a full two seconds, then continue. The room becomes noticeably more attentive and learners feel it happen.
COMMON MISTAKES: Filling pauses with “erm” or “so”. That converts a tool into a tic.
EXTRA EXAMPLES: The pause before a conclusion is the highest-value one. Two seconds of silence, then “So what does this mean?” and the room comes back.
TIP: Count in your head. Nervous speakers consistently under-estimate a pause by half.
CLASSROOM ACTIVITY: Two seconds: learners deliver a 60-second piece with three deliberate two-second pauses.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one-card rule is the discipline. A speaker with three pages will read them; a speaker with one card cannot.
COMMON MISTAKES: Writing the middle in sentences. Anything written in full gets read aloud, and read talks are flat.
EXTRA EXAMPLES: This extends Level 3 Module 6's note format. The addition here is the story's three anchors: name, turn, point.
TIP: Take a learner's card away mid-rehearsal. If they can continue, the card was right; if they stop, it was a script.
CLASSROOM ACTIVITY: One card: every learner reduces their talk to a single card and rehearses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practical detail everybody gets wrong. Running the final sentence into “thank you” removes its weight entirely.
COMMON MISTAKES: Trailing off. A talk that ends with “…so, yeah, that's it” loses everything the previous six minutes built.
EXTRA EXAMPLES: Row 1 is the most satisfying. Returning to the opening story closes a loop the audience did not know was open.
TIP: Memorise the last sentence exactly. It is the one thing you want repeated, so it should not be improvised.
CLASSROOM ACTIVITY: Four closes: every learner writes all four endings for the same talk and delivers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distinction in the mistake line is the Module 2 evidence rule again. An anecdote carries the proof; it is not the proof.
COMMON MISTAKES: “Anecdotal evidence” means evidence that is only stories — and it is usually said critically. Worth knowing.
EXTRA EXAMPLES: Three syllables, and the “c” is a hard /k/. Learners often add a syllable.
TIP: “Let me give you an anecdote” is a useful signal: it tells the audience a story is coming and to listen differently.
CLASSROOM ACTIVITY: Anecdote or evidence: give ten supports and have learners classify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exact word for what this module is trying to achieve. A talk can be clear, correct and fail to resonate.
COMMON MISTAKES: Learners use “interesting” where “resonated” is meant. The second names an effect on the listener, not a property of the content.
EXTRA EXAMPLES: resonate with · a message that resonates · it resonated deeply.
TIP: Ask what has resonated with them in this course. The answers are almost always stories or single sentences.
CLASSROOM ACTIVITY: What resonated: after each practice talk, listeners say which part resonated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word names the technique from slide 6: specificity is what makes a story vivid, not length or emotion.
COMMON MISTAKES: The double /v/ is a genuine pronunciation test. Drill it against “bib” and “bid”.
EXTRA EXAMPLES: vivid detail · a vivid memory · vividly. The adverb is useful: “I remember it vividly.”
TIP: Vivid comes from detail, not from adjectives. “Her sister's textbook” is vivid; “a very difficult situation” is not.
CLASSROOM ACTIVITY: Make it vivid: give five vague statements and have learners add one specific detail to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distinction between a pause and a hesitation is the whole of slide 8. Same silence, opposite effect, and the difference is intention.
COMMON MISTAKES: Confusing it with “pose”. The vowel is long and rounded.
EXTRA EXAMPLES: pause for effect · a pregnant pause · pause before the point.
TIP: “Pause for effect” is worth teaching as a phrase. It names something learners can then deliberately do.
CLASSROOM ACTIVITY: Pause or hesitate: listen to five clips and have learners judge which each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word gives learners the vocabulary for the module's standard. “What is your takeaway?” is the question to ask about every talk.
COMMON MISTAKES: Listing three takeaways. If there are three, the audience keeps none.
EXTRA EXAMPLES: “The key takeaway is…” is a standard closing phrase in professional English and very usable.
TIP: Ask every learner to write their takeaway in one sentence BEFORE they write the talk. It shapes everything else.
CLASSROOM ACTIVITY: One sentence: every learner writes their takeaway before planning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This is Level 3 Module 4 doing storytelling work. The tenses were learned there; here they earn their keep.
COMMON MISTAKES: Telling the whole story in the past simple. It becomes a list of events with no atmosphere.
EXTRA EXAMPLES: The past perfect is what lets you fill in background without breaking the order. “She had borrowed the book” explains without rewinding.
TIP: One continuous and one perfect in a ninety-second story is about right. More and it becomes heavy.
CLASSROOM ACTIVITY: Add the scene: give a story told entirely in past simple and have learners add continuous and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corrects the commonest misunderstanding. Learners try to be vivid by adding adjectives; the technique is detail, not description.
COMMON MISTAKES: “A very difficult and challenging situation” is longer and less vivid than “two hours each way, on foot”.
EXTRA EXAMPLES: The three details that matter: a name, a number, an object. Anything else is usually decoration.
TIP: This is Level 3 Module 8's plain English principle applied to narrative: concrete beats abstract, short beats long.
CLASSROOM ACTIVITY: Three details: give five vague stories and have learners add exactly three specific details to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pause is what makes the hook function. Delivered and then immediately explained, it is just a sentence.
COMMON MISTAKES: Asking a question and answering it half a second later. The audience must be given time to actually guess.
EXTRA EXAMPLES: Row 3's split — the number, then the pause, then the meaning — is the strongest of the three and the easiest to deliver.
TIP: Learners find the cold story opening hardest because it delays saying who they are. That delay is exactly why it works.
CLASSROOM ACTIVITY: Fifteen seconds: every learner delivers all three hooks for their talk and the class picks the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contrast device is the most valuable. “Not X — Y” is how a takeaway travels, and it fits on one line.
COMMON MISTAKES: Over-use. A talk full of rhetorical devices sounds like a performance and audiences stop trusting it.
EXTRA EXAMPLES: The short sentence after a long one is the least known and very effective. It works because the rhythm breaks.
TIP: Say them slower, never louder — the same rule as Module 3 slide 33.
CLASSROOM ACTIVITY: One device: every learner picks ONE device for their key sentence and drills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timings are deliberate. The story and the takeaway together take under two minutes and carry most of what the audience will retain.
COMMON MISTAKES: Cutting the story when time runs short. Cut a point instead — the story is what survives.
EXTRA EXAMPLES: Sections 1 and 6 are the only fully memorised parts. Everything else comes from key words.
TIP: Print this shape. It is the whole module on one slide and it scales from three minutes to twenty.
CLASSROOM ACTIVITY: Time each section: learners rehearse with a stopwatch and mark where they over-run.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Read it aloud with the pauses genuinely held for two seconds. Learners will feel the difference the silences make.
COMMON MISTAKES: Note that the takeaway is a contrast — “not X, but Y”. That is the device from slide 19 doing the module's central job.
EXTRA EXAMPLES: The close returns to Mimi and adds four words. “The next one might” is the sentence people would repeat.
TIP: Have every learner deliver this script before writing their own. Performing a good model first makes the writing far easier.
CLASSROOM ACTIVITY: Same shape: learners write their own six-line talk on this exact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This version is a good Level 3 presentation. It is not bad; it is the floor. Say that — learners should not conclude their earlier training was wrong.
COMMON MISTAKES: This version actually contains MORE data than slide 26. More information, less remembered — the same lesson as Level 3 Module 6.
EXTRA EXAMPLES: Ask learners to repeat one sentence from each version tomorrow. Only slide 26 produces one.
TIP: The last line is the specific failure from slide 10. “That's all, thank you” throws away the ending entirely.
CLASSROOM ACTIVITY: Upgrade it: pairs rewrite this version with a hook, a story, a pause and a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Drill all six. Phrases 1, 5 and 6 should be memorised word for word by every learner with their own content.
COMMON MISTAKES: Phrase 3 rushed. The number must stand alone for two seconds before its meaning arrives.
EXTRA EXAMPLES: Phrase 4 is the story's hinge announced aloud. It tells the audience the turn is coming and they lean in.
TIP: Phrase 5 is the takeaway machine. If learners produce nothing else from this module, that one line is worth the four lessons.
CLASSROOM ACTIVITY: Six phrases: every learner writes their own version of all six for their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Have learners deliver it standing, holding both pauses for a full two seconds. The pauses are the exercise as much as the words.
COMMON MISTAKES: Gap 5 completes the return: “That driver is still with us. The van isn't.” Two words, and it closes the loop.
TIP: Gap 4 is the contrast takeaway — “not X, but Y”. Praise anyone who spots the device.
CLASSROOM ACTIVITY: Your own version: learners replace the content with a real story from their own work.
ANSWERS: 1 pause · 2 stopped · 3 two · 4 vans · 5 isn't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for all four rounds.
HOW TO TEACH: Building in layers removes the fear. Nobody delivers a whole talk cold; each round adds one element to something already working.
COMMON MISTAKES: Round 2's pause cut short. Have the partner count aloud afterwards — speakers consistently halve it.
TIP: Round 4's question is the real assessment. If the partner cannot name one thing they will remember, the talk has not landed.
CLASSROOM ACTIVITY: What will you remember: ask the question after every practice talk for the rest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Three deliveries: once reading, once glancing, once from memory. The third is when it becomes a story rather than a recitation.
COMMON MISTAKES: No turn in step 3. Without a change it is a description, and descriptions are not remembered.
EXTRA EXAMPLES: Step 4's three details are the whole of vividness. More than three and the story slows down.
TIP: Insist on a real story. Invented ones are always vaguer and learners cannot deliver them convincingly.
CLASSROOM ACTIVITY: Three tellings: every learner tells the same story three times, the last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partner counting aloud is essential. Speakers consistently produce half the pause they intended and cannot tell.
COMMON MISTAKES: Filling the pause with “erm” or “so”. That converts the tool into a tic and the effect is lost.
EXTRA EXAMPLES: Task 2's split is the easiest to deliver and the most reliably effective of the four.
TIP: Task 4 is the one everybody gets wrong in real talks. Practise it separately until it is automatic.
CLASSROOM ACTIVITY: Count it out: partners count every pause aloud and report the real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Demonstrate the wrong version first — rushed, rising, immediately explained. Then the right one. The contrast is unmistakable.
COMMON MISTAKES: Explaining the takeaway after saying it. If it needs explaining it is not a takeaway; if it does not, the explanation destroys it.
EXTRA EXAMPLES: The falling intonation on both halves is the Level 3 Module 2 rule. A rising takeaway sounds like a question.
TIP: This is the single most important thirty seconds of any talk. Drill it until it is automatic.
CLASSROOM ACTIVITY: Ten deliveries: every learner says their takeaway ten times until the rhythm is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Step 5 is the test. If a learner stops when the card is removed, they wrote a script and it needs cutting.
COMMON MISTAKES: Two cards. If it does not fit on one, there is too much material — cut a point, not the story.
EXTRA EXAMPLES: This extends Level 3 Module 6's note format with the story's three anchors, which are all a story needs.
TIP: Collect the cards before the final talks. Cards with sentences on them should be sent back for rewriting.
CLASSROOM ACTIVITY: Card check: pairs inspect each other's cards for any full sentence outside the first and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lesson. Allow 10 minutes per learner including feedback.
HOW TO TEACH: Record every talk if learners agree. Watching your own pauses is the fastest way to discover how short they really were.
COMMON MISTAKES: Over-running and cutting the close. Warn at six minutes. If something must go, cut a point — never the story or the takeaway.
TIP: After every talk, ask the audience: what will you remember tomorrow? That single question assesses the whole module.
CLASSROOM ACTIVITY: One thing: every listener writes down the one thing they will remember, and the speaker reads them afterwards.
ANSWERS: SUCCESS CRITERIA: a hook with a real two-second pause · no apology · a five-part story with three specific details · three points with a number each · a contrast takeaway delivered slower with pauses either side · a memorised close with a pause before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6 is the important one. B and C are hooks, not openings — the Level 3 introduction must still follow within fifteen seconds.
COMMON MISTAKES: Learners conclude A is wrong. It is not wrong; it is incomplete. It is the second move delivered first.
EXTRA EXAMPLES: C is the strongest and the most uncomfortable to deliver, because it delays saying who you are.
ANSWERS: 1 A. · 2 B. · 3 C. · 4 A. · 5 C, usually. · 6 The Level 3 opening — name, topic, three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final item protects Level 3's training. Nothing there is being discarded — a fifteen-second hook is being added in front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three versions add one part at a time. Play them in order and the structure becomes audible.
COMMON MISTAKES: Version 1 has no turn, so it is a description. Learners often think it is fine because it contains detail.
EXTRA EXAMPLES: Version 3's addition is the contrast takeaway — twelve words that carry the whole point.
ANSWERS: 1 The turn — nothing changes. 2 The point — it is left implicit. 3 The point, as a contrast. 4 “Then one morning it stopped.” 5 Audiences take away the wrong point. 6 About ninety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Play version 1 and version 3 back to back at the end. Same driver, same van, and only one of them is worth listening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turns every talk learners hear into a lesson. Four things to notice, and all four are stealable.
COMMON MISTAKES: Listening only for content. The delivery is what they are trying to learn, and it is invisible unless you look for it.
TIP: Item 3 is the honest test. Most talks fail it, including good ones, and noticing that is instructive.
CLASSROOM ACTIVITY: Steal one thing: after any talk they hear this month, learners note one technique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
HOW TO TEACH: Have learners annotate every technique. Every element of the module appears here in about 150 words.
COMMON MISTAKES: The story's turn — “Then one morning it stopped” — is one short sentence after three longer ones. That is the rhythm device from slide 19.
EXTRA EXAMPLES: The close returns to Abel and adds three words. “The van isn't” is the sentence people repeat.
ANSWERS: Cold story hook · Abel/nine years/it stopped/four hours/the point · 60% with a pause · contrast takeaway · replace one van · returns to 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5 is worth real time. “The van isn't” works because it completes a sentence pattern the audience is already holding.
COMMON MISTAKES: Learners describe the content instead of the technique. Push them back to how, not what.
TIP: Question 2: the turn is a short sentence after three longer ones. The rhythm break marks it without any signposting word.
ANSWERS: 1 They are listening before they know the topic. · 2 “Then one morning it stopped” — short, after longer sentences. · 3 So it lands alone; the meaning arrives after they have absorbed it. · 4 Contrast — not X, but Y. · 5 It completes the pattern of “Abel is still with us” and closes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5 is the most elegant moment in the talk. Point out that the whole close is nine words and it depends entirely on the opening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story is still there — reduced to one clause in the middle, stripped of Abel's name and every detail. That reduction is what kills it.
COMMON MISTAKES: Learners say the story is missing. It is not; it has been summarised into invisibility, which is the more common real-world failure.
EXTRA EXAMPLES: The ask has become “consideration of a programme”. Nobody can act on that, which is the Level 3 Module 8 lesson repeating.
ANSWERS: Reduced to one clause, no name. No hook. No takeaway. Approximately, attributable, significantly, consideration. The ask became vague. Version 1, unanimously.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vocabulary point is the cleanest summary of the module: five words naming five things, none of which this version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Exactly three details. More is not better — the constraint is what teaches the technique.
COMMON MISTAKES: Adding adjectives instead of details. “Very difficult” is not vivid; “two hours each way” is.
TIP: Ask which version they could picture. Detail creates the picture; adjectives do not.
ANSWERS: MODELS: 1 “Mimi walked two hours each way, carrying her sister's textbook.” · 2 “Abel's windscreen broke on the Adama road with a full load.” · 3 “Three of the eight kept a paper copy for six months.” · 4 “A customer waited four hours for a delivery of two boxes.” · 5 “Chaltu gave me her own notes on my first Monday.”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The contrast form is the takeaway machine. Once learners have the pattern they can build one for anything.
COMMON MISTAKES: Takeaways longer than about fifteen words. If it does not fit in one breath it will not be repeated.
TIP: Read several aloud. The class will immediately identify which ones they could repeat tomorrow.
ANSWERS: MODELS: 1 “We're not losing weak students. We're losing distant ones.” · 2 “We're not slow because of our people. We're slow because of our vehicles.” · 3 “The training wasn't wrong. The month was.” · 4 “Nobody's confused by the report. They just haven't finished it.” · 5 learner's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minutes.
HOW TO TEACH: Step 1 first is the discipline. A talk written before its takeaway is decided ends up with three half-points and no line worth repeating.
COMMON MISTAKES: Step 6 producing two cards. Cut a point, never the story or the takeaway.
TIP: Collect the cards. Any card with sentences on it outside steps 1 and 5 should be sent back.
ANSWERS: MODEL: see slide 41. Every element on one card, about 150 words spoken.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Give this rubric before the task. The story and takeaway carry twelve of twenty-five marks, which tells learners exactly where to spend their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Run this with every learner before their talk. It catches most problems in three minutes.
TIP: Check 1 is the fastest diagnostic. A learner who cannot say their takeaway in one breath has not decided what the talk is about.
CLASSROOM ACTIVITY: Six checks: pairs check each other's cards before the final talks.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4 is the one learners get wrong. Vivid comes from detail, not from adjectives.
ANSWERS: 1 b · 2 b · 3 b · 4 b · 5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Item 4 is the interesting one: it has only a vague promise of a turn, with no who, no what and no point.
COMMON MISTAKES: Item 5 looks complete because it has a point. But nothing changes — there is no turn.
TIP: Have learners supply the missing part for each. Naming it is half; fixing it is the rest.
ANSWERS: 1 the turn · 2 who and where, and the point · 3 the point · 4 everything except a hint of a turn · 5 what was normal, and the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3's contrast is the takeaway device. Learners should be able to produce one for their own talk immediately.
ANSWERS: Part 1: 1–c, 2–d, 3–a, 4–b.  ·  Part 2: 1–b, 2–a, 3–c.  ·  Part 3: 1–b, 2–c, 3–a.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Writing all three and choosing is the exercise. Most learners discover the story hook is strongest for their material.
COMMON MISTAKES: Question hooks that are rhetorical. “Have a guess” must be a real invitation with real silence after it.
TIP: Have three learners deliver all three of their hooks. The class picks the best and says why.
ANSWERS: No fixed answers. Each must be one or two sentences with a marked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Every one of these is a real ending people use. Each throws away the six minutes before it.
COMMON MISTAKES: Item 3's apology is the Level 3 Module 6 error returning under pressure. Delete it entirely.
TIP: Item 2 is the vague ask. “Consideration of the matter” cannot be acted on by anybody.
ANSWERS: MODELS: 1 the takeaway sentence, pause, thank you · 2 “I'm asking for one thing: replace one van this year.” · 3 delete the apology; end on the takeaway · 4 return to the opening story, then thank you · 5 the one sentence you want repeated, then a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3 is the one learners resist. Say the correction clearly: audiences take away a different point if you leave it implicit.
ANSWERS: 1 F — it carries the evidence, it does not replace it · 2 T · 3 F — say the point aloud · 4 T · 5 F — it means specific detail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1 must be answerable in one breath. If it takes two, the talk does not yet know what it is about.
COMMON MISTAKES: Question 5 answered approximately. It must be the exact words, because it will be memorised.
TIP: Collect these before the talks. Question 1 tells you immediately which talks are ready.
ANSWERS: No fixed answers. Question 3 must give a name, a number and an object — not adjectives.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Round 2's counting is the point. Speakers reliably produce half the pause they think they did.
TIP: Round 3 is the highest-value thirty seconds in the module. Repeat it until the rhythm is automatic.
ANSWERS: SUCCESS CRITERIA: 1 a clear turn and a stated point · 2 a genuine two seconds · 3 delivered slower with falling intonation and pauses either side · 4 a return to the story with a pause before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 in groups of four.
HOW TO TEACH: Step 3 is the module's assessment in one question. If the audience's remembered sentence is not the speaker's takeaway, the technique failed regardless of how the talk felt.
TIP: Step 5 is what makes this a rehearsal rather than a test. Improving immediately after feedback is where the learning happens.
ANSWERS: Assessed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 Discussion, not writing.
HOW TO TEACH: Question 4 keeps the module honest. Not every message needs a story, and knowing when to skip it is part of competence.
TIP: Question 2's answer is the ethical line: the technique is neutral, the story's truth is not.
ANSWERS: 1 A listener pictures a story and files a statistic; only the picture is retrievable later. 2 It is manipulative only if the story is false or unrepresentative — making a true point memorable is a service to the audience. 3 Filling every gap signals fear of losing the room; leaving one signals you expect to keep it. 4 A safety briefing, a technical instruction, a two-minute status update, or any situation where the audience needs procedure rather than persuasion.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real test is whether the audience's remembered sentence is the speaker's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real test is whether the audience's remembered sentence is the speaker's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real test is whether the audience's remembered sentence is the speaker's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real test is whether the audience's remembered sentence is the speaker's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real test is whether the audience's remembered sentence is the speaker's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Q3 and Q17 are the diagnostic block: the turn, the stated point, and writing the takeaway first. All three separate a memorable talk from a clear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Q3 and Q17 are the diagnostic block: the turn, the stated point, and writing the takeaway first. All three separate a memorable talk from a clear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Q3 and Q17 are the diagnostic block: the turn, the stated point, and writing the takeaway first. All three separate a memorable talk from a clear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Q3 and Q17 are the diagnostic block: the turn, the stated point, and writing the takeaway first. All three separate a memorable talk from a clear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Q3 and Q17 are the diagnostic block: the turn, the stated point, and writing the takeaway first. All three separate a memorable talk from a clear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Monday's rewriting is the highest-value task. Takeaways get sharper every time they are shortened.
TIP: Friday's recording is where learners discover their pauses were half as long as they thought. Nothing else teaches that.
CLASSROOM ACTIVITY: Ask learners to bring Monday's four versions of their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Check the cards at the door. Any card with full sentences beyond the first and last is a script and should be rewritten.
COMMON MISTAKES: Learners who cannot record must not be excluded. Offer the live option openly.
TIP: The four takeaway versions show the thinking. Often version two is better than version four — say so when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Note what is NOT marked: slides, accent, and vocabulary range. The pauses carry eight marks, which is deliberate.
COMMON MISTAKES: Do not mark grammar. This is a delivery assessment and mixing criteria makes the feedback unusable.
TIP: Add the audience's answer to “what will you remember?” as a written comment. It matters more than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warm-up task 1 on slide 3. Have learners tell the same ninety-second story again and ask their partner what the point was. The difference is the module.
TIP: Also revisit task 3: what do they remember from a talk this year? Ask the same about the talks in this class — the answers are usually specific.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third box is the one to write before planning anything else.
TIP: Print all four on one card. It is the whole module and it fits on a page.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Name the standard they met: the audience could repeat one sentence. That is the test, and most talks fail it.
TIP: Preview Module 6: negotiation combines Module 2's argument, Module 4's discussion skills and this module's persuasion — with something real at stake for both sides.
CLASSROOM ACTIVITY: Ask every learner to name the one sentence they would want repeated from their next real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B1 → B2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&amp; Storytelling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taught you to give a clear presentation. This module is about being worth listening to — which is a different problem, and stories are most of the answer.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TALK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None of them is about slides.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story that makes a point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parts. It is the oldest tool there is and the most reliable.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without notes and without an apology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in that are not “Today I'd like to talk about…”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silence deliberately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under-used tool in public speaking.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from notes, not from a script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know exactly what belongs on the card.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so that people remember one thing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remember one thing, you succeeded.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tell us something that happened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seconds. No preparation.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 real story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happened to you at work or in your life. 90 seconds. Start now.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was the point?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says what they think the point was. Were they right?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Yesterday's talk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talk you heard this year. What do you remember? Anything?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remembers your structure. They remember one story and one sentence.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talk is the minimum. A memorable one gives the audience something they can repeat to somebody else the next day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is almost always a story or a phrase, never a bullet point.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target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story beats a statistic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true. Only one survives the walk to the car park.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“Forty per cent of students leave before week five.”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Accurate.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Important.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Forgotten by tomorrow.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Nobody repeats it.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“Mimi came to the first class with her sister's textbook. By week four she'd stopped coming — she was walking two hours each way.”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point.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Remembered for months.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People repeat it.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BOTH. The story makes them feel it; the number proves it is not just one person. Either alone is weaker than the pair.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parts of a 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seconds. It works every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and WHERE  —  one line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“A student called Mimi, in Adama.”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WAS NORMAL  —  one line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“She came every class for three weeks.”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CHANGED  —  the turn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“Then she stopped.”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HAPPENED  —  two or three lines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“She was walking two hours each way.”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POINT  —  one line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“We weren't losing weak students.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We were losing distant ones.”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is the hinge. Without a change, it is a description, not a story.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must be SAID. Do not leave the audience to work it out.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 total. Longer and it becomes an anecdote.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one place, one detail. Specificity is what makes it stick.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open that are not “Today I'd like to talk about…”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3's opening is safe. These are better.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51073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story, cold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“Last March a student came to my class with her sister's textbook.”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are listening before they know the topic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many of our students finish the course? Have a guess.”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them commit to an answer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number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“Forty per cent. That's how many leave before week five.”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fact with no context demands one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after the hook, do the Level 3 opening: your name, the topic, and the three things you will cover. Hook first, structure second.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— the most under-used tool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 feels like ten to you and like nothing to them.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pause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hook — let it land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point of a story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number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conclusion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question to the audience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realise you are in control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marks what is coming as important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them time to absorb it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signals “this is the part to remember”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forces them to actually think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nervous speaker fills every gap. A confident one creates them. Silence is the difference an audience notices without being able to name it.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on the card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gets read. A card gets spoken.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CARD. THAT IS ALL.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FULL  (2 things only)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the first sentence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the last sentence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 ONLY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the three points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the story: name · turn · point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the one number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CARD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anything you can say without it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and last sentences are where nerves are worst. Memorise both.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 force you to form the sentence live, which is what keeps it alive.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means you cannot read it. That is the point.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two cards, you have too much material.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so that one thing survives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end. All of them leave one sentence behind.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to the story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“Mimi never came back. The next one might.”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opened with a story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sentence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“We're not losing weak students. We're losing distant ones.”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point is sharp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asking for one thing: move the start to January.”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 want a decision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 what would it take to keep the next Mimi?”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 want them thinking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end with “That's all, thank you” and nothing else. Say your last sentence, pause, THEN say thank you. The pause is what makes it land.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anecdote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anecdote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/ˈænɪkdəʊt/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true story about something that happened.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give you an anecdote. She opened with an anecdote about her first job.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syllable: AN-ec-dote. An anecdote illustrates a point — it does not prove one.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resonate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/ˈrezəneɪt/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with somebody so that it stays with them.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story really resonated with the audience. The message didn't resonate.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“Resonate WITH somebody”. Stress on the FIRST syllable: RES-o-nate.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vivid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/ˈvɪvɪd/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clear and detailed that you can picture it.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vivid description. She gave a vivid account of the first day.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/v/ sound twice — one of the six target sounds from Level 1. VIV-id, stress on the first.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pause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/pɔːz/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and 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silence, used deliberately.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the number. A two-second pause is enough.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“au” is /ɔː/, as in “more”. And a pause is DELIBERATE — hesitating is not pausing.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takeaway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/ˈteɪkəweɪ/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you want people to remember and repeat.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is that we're losing distant students, not weak ones.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as a noun. Stress on the FIRST syllable. And there should be ONE takeaway, not five.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tenses — telling a 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tenses do all the work.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4327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simple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events, in order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came. She stopped. I asked.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background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was walking two hours each way.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 before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had borrowed her sister's book.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continuous is what makes a story feel like a scene rather than a list. “She was walking” places you there; “she walked” does not.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and vivid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is the whole technique.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student had difficulties.”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was quite far.”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“Many people were affected.”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had problems with materials.”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Nothing to picture.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“Mimi stopped coming in week four.”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“Two hours each way, on foot.”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“Sixty of the hundred and forty.”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was using her sister's textbook.”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can see it.</a:t>
            </a:r>
            <a:endParaRPr lang="en-US" sz="18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does not mean emotional or long. It means SPECIFIC: a name, a number, an object. Three details are enough for a whole story.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a hook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fifteen seconds. Three ways in.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say it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“Last March, a student walked into my class with her sister's textbook.”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pause, then say who you 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many of our students finish? Have a guess.”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PAUSE. Let them guess.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“Forty per cent.”  ( pause )  “That's how many leave before week five.”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between the two halves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need a PAUSE immediately after. The hook does not work if you rush past it into your introduction.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devices that work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Ancient, effective, and entirely honest when what you say is true.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DEVICES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“No books. No light. No time.”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“We're not losing weak students.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We're losing distant ones.”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“Two hours there. Two hours back.”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SENTENCE AFTER A LONG ONE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“…and she never came back again.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 once.”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per talk. Four in seven minutes is too many.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them for the sentence you want repeated.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is the strongest — it gives the audience your takeaway in one line.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them SLOWER than the rest, not louder.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the seven-minute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a story, a question or a number. Then PAUSE.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say who you are.</a:t>
            </a:r>
            <a:endParaRPr lang="en-US" sz="166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and the three things you'll cover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3 opening, delivered second.</a:t>
            </a:r>
            <a:endParaRPr lang="en-US" sz="166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— five parts, ninety seconds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normal · the turn · what happened · the point.</a:t>
            </a:r>
            <a:endParaRPr lang="en-US" sz="166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POINTS with evidence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point. Signposts between.</a:t>
            </a:r>
            <a:endParaRPr lang="en-US" sz="166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— one sentence, using contrast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not losing weak students. We're losing distant ones.”</a:t>
            </a:r>
            <a:endParaRPr lang="en-US" sz="166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— return to the story, pause, then thank you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last sentence exactly.</a:t>
            </a:r>
            <a:endParaRPr lang="en-US" sz="16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story or statistic?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both, in the right order.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strong number. Do you still need a story?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number proves it, the story makes them feel it.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Either alone is weaker. The pair is what people repeat the next day.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story enough evidence on its own?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One case proves nothing.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Module 2 was explicit about this. The story carries the proof; it is not the proof.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comes first?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story, then the number.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story makes them care; the number then tells them it is not just one person.</a:t>
            </a:r>
            <a:endParaRPr lang="en-US" sz="12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the five parts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is missing?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student in Adama came to class every week and worked hard.” What is missing?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turn. Nothing changed.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Part 3 is the hinge. Without a change it is a description, not a story.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“…she stopped coming. She was walking two hours each way.” What is missing now?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point. Say it out loud.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Audiences reliably take away the wrong point if you leave them to work it out.</a:t>
            </a:r>
            <a:endParaRPr lang="en-US" sz="127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should the whole thing be?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ninety seconds.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Longer and it becomes an anecdote with no shape. The discipline is what keeps it a story.</a:t>
            </a:r>
            <a:endParaRPr lang="en-US" sz="11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hooks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fifteen seconds.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“Today I'd like to talk about student retention”?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but it gives them no reason to listen yet.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the correct second move. The hook should come fifteen seconds before it.</a:t>
            </a:r>
            <a:endParaRPr lang="en-US" sz="127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with a question. What must you do next?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Let them actually guess.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Answering it yourself half a second later wastes the whole device.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 with a story before saying who you are?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listening before they know the topic.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feels wrong to the speaker and works on the audience. The delay is the point.</a:t>
            </a:r>
            <a:endParaRPr lang="en-US" sz="12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silence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seconds, deliberately.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most valuable pause in a talk?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before the conclusion.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seconds of silence, then “So what does this mean?” — and the room comes back to you.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pause and a hesitation?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Intention. Same silence, opposite effect.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hesitation is filled with “erm”. A pause is empty and deliberate, and audiences read it as control.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two seconds feel to the speaker?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ten.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Which is why nervous speakers cut every pause in half. Count deliberately.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the close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sentence behind.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opened with a story. How should you close?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it: “Mimi never came back. The next one might.”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closes a loop the audience did not know was open, which is deeply satisfying to hear.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“That's all, thank you”?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 away the last sentence.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Say your final line, PAUSE, then say thank you. The pause is what makes it land.</a:t>
            </a:r>
            <a:endParaRPr lang="en-US" sz="12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memorise the last sentence?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exactly.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the one thing you want repeated, so it should not be improvised at the moment you are most tired.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short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Hook, story, point, takeaway, close.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March a student walked into my class carrying her sister's textbook.   ( pause )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Bethlehem, from the Adama centre. I want to tell you why we're losing students — and it isn't what we thought.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came every week for three weeks. Then she stopped. When I asked, she said she'd been walking two hours each way.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per cent leave before week five.   ( pause )   Three quarters of them live more than an hour away.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losing weak students. We're losing distant ones.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never came back.   ( pause )   The next one might.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story hook · who she is · the five-part story · the number · the contrast takeaway · return to the story. Two minutes.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talk, without the technique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facts. Same speaker. Compare it with slide 26.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morning. I'm Bethlehem and today I'd like to talk about student retention at the Adama centre.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cover three things: the dropout rate, the causes, and some recommendations.</a:t>
            </a:r>
            <a:endParaRPr lang="en-US" sz="175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dropout rate is forty per cent before week five, which is higher than the regional average of thirty-two.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cause appears to be distance. Three quarters of those leaving live more than an hour away.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 conclusion, distance is a significant factor in retention and should be considered.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all. Thank you.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correct, well structured — and completely forgettable. No story, no pause, no takeaway sentence, and a thrown-away ending.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that carry a talk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chunks. Memorise them.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March, a student…”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 story hook. Then pause.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a guess.”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question. Then actually wait.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“Forty per cent.”  ( pause )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number, alone, before its meaning.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“Here's what I didn't expect.”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turn in a story.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not X. We're Y.”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contrast takeaway. One line.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“…and she never came back.”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return. Then pause, then thank you.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a driver arrived at six in the morning with a broken windscreen.   ( ______ 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___, from operations. I want to tell you why our deliveries are slow.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He'd been driving that van for nine years. That morning it finally ______ .</a:t>
            </a:r>
            <a:endParaRPr lang="en-US" sz="185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per cent.   ( pause )   That's how many of our delays come from ______ vans.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slow because of our drivers. We're slow because of our ______ .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driver is still with us.   ( pause )   The van ______ 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“pause”  ·  “stopped”  ·  “two”  ·  “vans”  ·  “isn't”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build it in layers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Add one layer each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ninety-second story. Five parts.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names the turn and the point.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hook before it and pause after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times the pause. Two full seconds.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takeaway sentence using contrast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not X. We're Y.”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close: return to the story, pause, thank you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says what they will remember tomorrow.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ninety-second 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parts. Real story. Do it three times.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and WHERE — one line, with a name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driver called Abel, in Adama.”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NORMAL — one line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“He'd driven the same van for nine years.”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 — one line. The hinge.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“Then one morning it stopped.”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two or three lines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specific details. A name, a number, an object.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— one line, said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leave them to work it out.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the pause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seconds. It will feel like ten.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hook. Then count two full seconds.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counts aloud afterwards. Were you close?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 number. Pause. Then say what it means.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“Forty per cent.  ( pause )  That's how many leave.”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your takeaway sentence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seconds, then the one line you want repeated.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last sentence. Pause. Then “thank you”.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them together.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delivering the takeaway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It must be said differently from everything around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deliver it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two seconds before it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SLOWER than the rest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at the end of both halves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again after it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move on, or stop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into it from the previous sentence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because you are nervous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at the end — sounds unsure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it immediately afterwards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one line you needed is lost.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not losing weak students.  ( fall )   We're losing distant ones.  ( fall, then pause )”  Slower, lower, and then silence.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one card only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your talk to a single card. Then rehearse from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sentence IN FULL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hook. Memorise it.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last sentence IN FULL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close. Memorise it too.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points — key words only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four words each. No sentences.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— three anchors only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turn · point.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Rehearse. Then have somebody take the card away.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still do it? Then the card is right.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the seven-minute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story, question or number. Then a two-second pause.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say who you are.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and the three things you'll cover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apology for your English.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— five parts, ninety seconds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one number, one object.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POINTS with one number each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Signposts between them.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— one sentence, contrast, slower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AND after it.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— return to the story. Pause. Thank you.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 exactly.</a:t>
            </a:r>
            <a:endParaRPr lang="en-US" sz="1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three openings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talk. Which one makes you listen?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ALL THREE, WITH PAUSES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morning. Today I'd like to talk about our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times. I'll cover three things.”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do you think our average delivery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takes?   ( pause )   Have a guess.”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year a driver arrived at six in the morning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broken windscreen.   ( pause )   He'd been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that van for nine years.”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one tells you the topic first?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one makes you think?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one makes you picture something?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is the safest?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would you remember?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must come AFTER B and C?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4 — the safe opening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Topic first, no risk.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the correct SECOND move. As a first move it gives the audience no reason to listen yet.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question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It makes the audience commit to an answer.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Only if you actually pause. Answering it yourself immediately wastes the device entirely.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5 — the story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windscreen, six in the morning, nine years.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specific details in two sentences. That is what makes it picturable and repeatable.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what must follow?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3 opening: name, topic, three things.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hook is not an opening. Without the structure the audience has a picture and no map.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right order?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· pause · then the standard opening.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Fifteen seconds of hook buys you the attention that the structure then organises.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 story with a part missing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versions. What is wrong with the first two?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ALL THREE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driver in Adama had been driving the same van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nine years. He was very experienced and he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hard every day.”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driver had driven the same van for nine years.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one morning it stopped. He waited four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for a replacement.”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“…He waited four hours. We're not slow because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drivers. We're slow because of our vans.”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missing from version 1?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missing from version 2?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version 3 add?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part is the hinge?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can't you leave the point unsaid?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 long is the complete version?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version 1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turn. Nothing changes, so it is a description.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Part 3 is the hinge. Detail without change is not a story and is not remembered.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version 2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point. The audience must work it out.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They will — and often the wrong one. Leaving it implicit is a gamble you do not need to take.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version 3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point, delivered as a contrast.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“Not X, but Y” in twelve words. That is what the audience repeats.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why say the point?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audiences reliably take away a different one.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Speakers fear it sounds patronising. It does not — it sounds clear.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a story needs?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turn, and a stated point.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Everything else — names, numbers, objects — makes it vivid. These two make it a story.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talks — what to steal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notice in every talk you hear.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story?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memorable talks have exactly one, in the first third. Note where it sits and how long it takes.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pauses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speakers pause more than you think and longer than you think. Time one.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 sentence?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name it afterwards, there wasn't one — and that is the commonest failure.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they end?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return to something? Or did they just stop? Steal whatever worked.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talk in full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minutes, written out. Find every technique.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ALOUD, WITH THE PAUSES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year a driver arrived at six in the morning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broken windscreen.   ( pause 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Yonas, from operations. Three things: where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are, why, and what I'm asking for.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 had driven that van for nine years. Same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same van. Then one morning it stopped —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Adama road, with a full load. He waited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hours.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per cent.   ( pause )   That's how many of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delays start with a van, not a driver.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slow because of our people. We're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because of our vehicles.   ( pause 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asking for one thing: replace one van.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 is still with us.   ( pause )   The van isn't.”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hook. What type is it?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five parts of the story.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number and its pause.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takeaway. Which device?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ask.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close?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talk start with the windscreen rather than with “I'm Yonas”?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sentence is the turn in the story, and how is it delivered?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“Sixty per cent” said alone before its meaning?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rhetorical device carries the takeaway?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last line work, and why is it only three words?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cold opening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listening before they know the topic.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feels wrong to the speaker and works on the audience. The delay in identifying yourself is the point.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turn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“Then one morning it stopped.” Short, after three longer sentences.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rhythm break marks it. No signposting word is needed — the length does the work.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isolated number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alone; the meaning arrives after they have absorbed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number said inside a sentence is heard. A number said alone is registered.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takeaway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“not our people — our vehicles”.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Twelve words. It is the sentence somebody could repeat to a colleague tomorrow.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last line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van isn't.” It completes the pattern and closes the loop.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words, and it only works because “Abel is still with us” came immediately before it.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talk, flattened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facts. Find what was lost.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morning. I'm Yonas from operations and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I'd like to talk about our delivery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the vehicle fleet.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analysis indicates that approximately sixty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cent of delivery delays are attributable to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failure rather than driver performance.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age of the fleet is nine years, which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significantly above the recommended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threshold.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 last year involved a four-hour delay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a windscreen failure.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conclusion, I would recommend consideration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vehicle replacement programme.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all. Thank you.”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story now?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hook?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takeaway sentence?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four inflated words.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 the ask?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would you act on?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where is the story?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one clause, with no name and no detail.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 deleted — summarised into invisibility. That is the commonest real-world failure.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takeaway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isn't one. “I would recommend consideration” is not a sentence anybody repeats.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a takeaway the audience constructs their own, and it will not be yours.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inflated words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· attributable · significantly · consideration.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Level 3 Module 8's plain English rule. Each one slows the listener down for no gain.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ask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“Consideration of a programme” — nobody can act on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Compare with “replace one van this year”. One is a decision; the other is a wish.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anecdote · resonate · vivid · pause · takeaway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version has no anecdote, nothing vivid, no pause and no takeaway. It cannot resonate.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make it vivid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with a name, a number and an object.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student had difficulties getting to class.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driver experienced a vehicle problem.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Some staff found the new system hard.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customer complained about a delay.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colleague helped me when I started.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write the takeaway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“not X — Y” takeaway for each situation.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Students leave because of distance, not ability.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Deliveries are slow because of vans, not drivers.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training failed because of timing, not content.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People don't read the report because it's too long, not too technical.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situation from your own work.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your seven-minute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real talk about something you actually care about.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TAKEAWAY first — one sentence, contrast form. Write it before anything else.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STORY — five parts, three specific details, ninety seconds.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HOOK — write all three types, then choose one.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THREE POINTS — key words only, one number each.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CLOSE — return to the story. Write it in full and memorise it.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Fit all of it on ONE card. If it doesn't fit, cut a point.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contrast form, under fifteen words.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the audience remembers one thing, this is it. It is written first for that reason.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including a clear turn and a stated point.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specific details: a name, a number, an object. Not adjectives.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three types, followed by a real pause.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pause is marked. A hook rushed into the introduction is not a hook.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the story, memorised, with a pause before thank you.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most commonly thrown-away part of a talk, and the most easily fixed.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 in full, everything else in key words.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it does not fit on one card there is too much material, and the talk will be read.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public speaking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say my takeaway in one breath?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fifteen words. Contrast form.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story have a TURN and a STATED point?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both it is a description.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specific details — a name, a number, an object?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adjectives. Details.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hook have a two-second pause after it?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Rushing past it wastes it.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last sentence memorised — with a pause before thank you?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them together.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all fit on ONE card?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cut a point. Never the story.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many stories should a seven-minute talk have?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none     b) one     c) four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story without a turn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still a story     b) a description     c) an anecdote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 should pause for about: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half a second     b) two seconds     c) ten seconds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Vivid means: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emotional     b) specific     c) long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many takeaways should a talk have?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one     b) three     c) as many as possible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name the missing part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missing part of each story.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“A driver drove the same van for nine years. He was very reliable.”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“Then one morning it stopped. He waited four hours.”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“A student in Adama. She stopped coming in week four. She was walking two hours.”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“Something happened last year that changed how we think about deliveries.”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“Mimi walked two hours each way. We're losing distant students, not weak ones.”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hooks and devices.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STORY PART to its JOB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who and where     2. what was normal     3. the turn     4. the point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hinge — something changes     b) say it aloud, don't imply it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one line, with a name     d) sets up what changes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HOOK to its EFFECT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story     2. a question     3. a number          a) makes them commit to an answer     b) makes them picture something     c) demands a context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DEVICE to the EXAMPLE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rule of three     2. contrast     3. repetition          a) “Two hours there. Two hours back.”     b) “No books. No light. No time.”     c) “Not weak students — distant ones.”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write three hooks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own talk, write all three hook types.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STORY hook — one sentence, three details.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QUESTION hook — one that they must guess at.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NUMBER hook — the figure alone, then its meaning.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Mark where the pause goes in each.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one will you use, and why?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fix the ending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ending properly.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“So, yeah, that's about it. Thank you.”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“In conclusion, I would recommend consideration of the matter.”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“I've probably gone over time, sorry. Any questions?”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“And those are my three points. Thank you.”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“I hope that was useful. Thanks for listening.”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story can replace evidence.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story needs a turn to be a story.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 should let the audience work out the point themselves.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Two seconds of silence feels longer to the speaker than to the audience.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Vivid means using strong adjectives.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You should memorise your first and last sentences.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your takeaway, in one sentence, in contrast form?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your story, and what is its turn?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are your three specific details?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Which hook will you use, and why that one?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What is your last sentence, exactly as you will say it?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Standing. Every round.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and deliver. Partner checks against the list.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Your 90-second story. Partner names the turn and the point.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Your hook, with a two-second pause. Partner counts it.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Your takeaway — slower, falling, pauses either side.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Your close — return, pause, thank you.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rehearsal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speaks; three are the audience and give feedback.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Deliver the full seven-minute talk from one card.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Timed. Warning at six minutes.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audience writes down the ONE thing they will remember.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discussion.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Compare: is it your takeaway?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the takeaway did not land.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audience names one technique that worked.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Deliver the hook, takeaway and close again, improved.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those three.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a story survive when a statistic doesn't?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listener do with each?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using storytelling technique manipulative?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both sides honestly.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silence read as confidence?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filling every gap signal?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would a story be the WRONG choice?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 example.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1 · 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the talk itself.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five parts of a story.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part is the hinge?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answer, and why.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must the point be said aloud?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long should a story be?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2 · Story and evidence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Can a story replace evidence?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Why use both a story and a number?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does “vivid” actually mean?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Name the three details that make a story vivid.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3 · Openings and silence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Name the three types of hook.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What must come after the hook?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How long is a deliberate pause?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What is the difference between a pause and a hesitation?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4 · Notes and delivery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two things are written in full on your card?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Why key words for everything else?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How should a takeaway be delivered?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What is wrong with “That's all, thank you”?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5 · Putting it together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What do you write FIRST when planning a talk?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If you run out of time, what do you cut?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answer, and why.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Write a contrast takeaway for any topic.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15 words.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a seven-minute talk from one card.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five parts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and where · what was normal · the turn · what happened · the point.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Ninety seconds. Longer and it stops being a story and becomes an anecdote.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the hinge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turn. Without a change it is a description.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Detail without change is not a story and audiences do not retain it.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why say the point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reliably take away a different one if you don't.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Speakers fear it is patronising. It is not — it is clear.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how long?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ninety seconds.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discipline is what keeps it a story rather than a ramble.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can a story replace evidence?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carries the evidence; it is not the evidence.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case proves nothing — the Module 2 rule still applies.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why both?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makes them feel it; the number proves it is not just one person.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Either alone is weaker. The pair is what people repeat the next day.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“vivid”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 emotional and not long. Detail creates the picture; adjectives do not.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the three details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· a number · an object.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is enough for a whole story. More slows it down.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the three hooks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· a question · a number.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Fifteen seconds each, and all three need a pause immediately afterwards.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after the hook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pause, then the standard opening: name, topic, three things.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hook is not an opening. Without the structure they have a picture and no map.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how long is a pause?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two seconds.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feels like ten to the speaker and like nothing to the audience.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pause or hesitation?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silence, opposite effect. A hesitation is filled; a pause is empty and deliberate.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written in full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sentence and the last sentence.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are where nerves are worst, and the last is the one you want repeated.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why key words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force you to form the sentence live, which keeps it sounding alive.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Anything written in full gets read aloud, and read talks are flat.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delivering a takeaway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the rest, with falling intonation and a pause either side.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Rushing it or rising at the end destroys the one line you needed.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“That's all, thank you”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 away the last sentence.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Say your final line, PAUSE, then say thank you. The pause is what makes it land.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what to write first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talk planned before its takeaway is decided ends with three half-points and no line worth repeating.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what to cut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point. Never the story or the takeaway.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Those two are what survive. A cut point is not missed; a cut story leaves nothing behind.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a contrast takeaway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“We're not slow because of our people. We're slow because of our vehicles.”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Under fifteen words, contrast form, sayable in one breath.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talk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whether the audience's remembered sentence is your takeaway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checks from slide 50, and one question afterwards: what will you remember tomorrow?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takeaway. Then rewrite it three times.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each time. Under fifteen words.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story aloud three times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reading, once glancing, once from memory.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three hooks and deliver each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them. Which sounds best?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five two-second pauses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them. Then check with a timer.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whole talk from one card and record it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back. Where were the pauses too short?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 card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sentence in full. Everything else key words.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takeaway, in four versions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shorter each time. Mark your final choice.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seven-minute talk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· story · three points · takeaway · close.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talk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— 6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(2) · contrast form (2) · under fifteen words (2).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— 6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 (2) · a clear turn (2) · three specific details (2).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and pauses — 8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hook (3) · two-second pause after it (2) · pauses around the takeaway (3).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card — 5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 close with a pause before thank you (3) · fits on one card (2).  TOTAL 25.</a:t>
            </a:r>
            <a:endParaRPr lang="en-US" sz="1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five-part story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normal · the TURN · what happened · the point.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 means specific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name, a number, an object. Not adjectives.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hooks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story, a question, a number. Then pause.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seconds. It reads as confidence, not as a gap.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takeaway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form, under fifteen words, said slower.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story. Pause. Then thank you.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speaking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five-part story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WHO and WHERE — one line, a name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WAS NORMAL — one line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TURN — the hinge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HAPPENED — three details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 POINT — say it aloud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hooks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— “Last March, a student…”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— “Have a guess.”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— “Forty per cent.”  ( pause 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need a PAUSE after.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not X. We're Y.”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15 words · contrast form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· falling · pause either side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FIRST, before the talk.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opening story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last sentence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 ( two seconds 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say thank you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gave a talk that somebody could repeat the next day. That is a much higher bar than being clear.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story, one sentence, and the confidence to stand in silence for two seconds.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speakers never learn any of the three.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Influence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sides want something and neither can simply take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5 — Public Speaking &amp; Storytelling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· Module 5 — Public Speaking &amp; Storytelling</dc:title>
  <dc:subject>English course for Ethiopian learners — Level 4 Advanced Spoken English</dc:subject>
  <dc:creator>English Learning Platform</dc:creator>
  <cp:lastModifiedBy>English Learning Platform</cp:lastModifiedBy>
  <cp:revision>1</cp:revision>
  <dcterms:created xsi:type="dcterms:W3CDTF">2026-07-28T16:18:09Z</dcterms:created>
  <dcterms:modified xsi:type="dcterms:W3CDTF">2026-07-28T16:18:09Z</dcterms:modified>
</cp:coreProperties>
</file>